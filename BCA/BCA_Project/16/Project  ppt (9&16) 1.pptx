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8" r:id="rId2"/>
    <p:sldId id="257" r:id="rId3"/>
    <p:sldId id="262" r:id="rId4"/>
    <p:sldId id="269" r:id="rId5"/>
    <p:sldId id="263" r:id="rId6"/>
    <p:sldId id="273" r:id="rId7"/>
    <p:sldId id="266" r:id="rId8"/>
    <p:sldId id="258" r:id="rId9"/>
    <p:sldId id="259" r:id="rId10"/>
    <p:sldId id="260" r:id="rId11"/>
    <p:sldId id="261" r:id="rId12"/>
    <p:sldId id="270" r:id="rId13"/>
    <p:sldId id="264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>
      <p:cViewPr>
        <p:scale>
          <a:sx n="100" d="100"/>
          <a:sy n="100" d="100"/>
        </p:scale>
        <p:origin x="49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935871B-7511-4C83-8275-13F73EFB94F1}" type="datetimeFigureOut">
              <a:rPr lang="en-US" smtClean="0"/>
              <a:pPr/>
              <a:t>6/24/2021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19BF41-1E5D-4298-95ED-5CA1C4B92CE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1447800"/>
            <a:ext cx="8305800" cy="2438400"/>
          </a:xfrm>
        </p:spPr>
        <p:txBody>
          <a:bodyPr>
            <a:noAutofit/>
          </a:bodyPr>
          <a:lstStyle/>
          <a:p>
            <a:r>
              <a:rPr lang="en-GB" sz="8000" dirty="0"/>
              <a:t>         Online Fee </a:t>
            </a:r>
            <a:br>
              <a:rPr lang="en-GB" sz="8000" dirty="0"/>
            </a:br>
            <a:r>
              <a:rPr lang="en-GB" sz="8000" dirty="0"/>
              <a:t>    Payment System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944562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sz="4900" b="1" dirty="0"/>
              <a:t>Introduction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89120"/>
          </a:xfrm>
        </p:spPr>
        <p:txBody>
          <a:bodyPr>
            <a:noAutofit/>
          </a:bodyPr>
          <a:lstStyle/>
          <a:p>
            <a:r>
              <a:rPr lang="en-GB" sz="2400" dirty="0"/>
              <a:t>Online fee payment system provides sophisticated and secure payment solution for educational institutions to collect and manage fee transactions. </a:t>
            </a:r>
          </a:p>
          <a:p>
            <a:r>
              <a:rPr lang="en-GB" sz="2400" dirty="0"/>
              <a:t>It also helps students to pay their college fees and exam fees without visiting college. </a:t>
            </a:r>
          </a:p>
          <a:p>
            <a:r>
              <a:rPr lang="en-GB" sz="2400" dirty="0"/>
              <a:t>It helps for management to pay salary for staff through online.</a:t>
            </a:r>
          </a:p>
          <a:p>
            <a:r>
              <a:rPr lang="en-GB" sz="2400" dirty="0"/>
              <a:t>The main advantage for management is they can keep track about all bank transaction about staff salary and student fees.</a:t>
            </a:r>
            <a:endParaRPr lang="en-US" sz="2400" dirty="0"/>
          </a:p>
          <a:p>
            <a:pPr>
              <a:buNone/>
            </a:pPr>
            <a:r>
              <a:rPr lang="en-GB" sz="2400" dirty="0"/>
              <a:t> </a:t>
            </a:r>
            <a:endParaRPr lang="en-US" sz="2400" dirty="0"/>
          </a:p>
          <a:p>
            <a:pPr>
              <a:buNone/>
            </a:pPr>
            <a:r>
              <a:rPr lang="en-GB" sz="2400" dirty="0"/>
              <a:t> 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GB" sz="4900" b="1" dirty="0"/>
              <a:t>Existing System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4983163"/>
          </a:xfrm>
        </p:spPr>
        <p:txBody>
          <a:bodyPr>
            <a:normAutofit/>
          </a:bodyPr>
          <a:lstStyle/>
          <a:p>
            <a:r>
              <a:rPr lang="en-GB" dirty="0"/>
              <a:t>User has to carry out each process manually for making college/exam fees payment.</a:t>
            </a:r>
          </a:p>
          <a:p>
            <a:r>
              <a:rPr lang="en-GB" dirty="0"/>
              <a:t>In case of exam fee he/she has to take exam form fill manually .</a:t>
            </a:r>
          </a:p>
          <a:p>
            <a:r>
              <a:rPr lang="en-GB" dirty="0"/>
              <a:t> Student has to submit all the documents </a:t>
            </a:r>
            <a:r>
              <a:rPr lang="en-GB" dirty="0" err="1"/>
              <a:t>xerox</a:t>
            </a:r>
            <a:r>
              <a:rPr lang="en-GB" dirty="0"/>
              <a:t> and paste a photo on exam form. </a:t>
            </a:r>
          </a:p>
          <a:p>
            <a:r>
              <a:rPr lang="en-GB" dirty="0"/>
              <a:t>It is overhead for the staff to collect and maintain student details.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sz="4400" b="1" dirty="0"/>
              <a:t>Disadvantages :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time consuming.</a:t>
            </a:r>
            <a:endParaRPr lang="en-US" dirty="0"/>
          </a:p>
          <a:p>
            <a:r>
              <a:rPr lang="en-GB" dirty="0"/>
              <a:t>Retrieval of data takes lot of time.</a:t>
            </a:r>
            <a:endParaRPr lang="en-US" dirty="0"/>
          </a:p>
          <a:p>
            <a:r>
              <a:rPr lang="en-GB" dirty="0"/>
              <a:t>It creates lot disturbances in college campus.</a:t>
            </a:r>
            <a:endParaRPr lang="en-US" dirty="0"/>
          </a:p>
          <a:p>
            <a:r>
              <a:rPr lang="en-GB" dirty="0"/>
              <a:t>Student can miss the class by giving reason of fee payment.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295400"/>
          </a:xfrm>
        </p:spPr>
        <p:txBody>
          <a:bodyPr>
            <a:normAutofit fontScale="90000"/>
          </a:bodyPr>
          <a:lstStyle/>
          <a:p>
            <a:pPr lvl="0"/>
            <a:r>
              <a:rPr lang="en-GB" sz="4900" b="1" dirty="0"/>
              <a:t>Proposed System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endParaRPr lang="en-GB" dirty="0"/>
          </a:p>
          <a:p>
            <a:r>
              <a:rPr lang="en-GB" dirty="0"/>
              <a:t>Online fee payment system, for students to make fee payment online.</a:t>
            </a:r>
          </a:p>
          <a:p>
            <a:r>
              <a:rPr lang="en-GB" dirty="0"/>
              <a:t>Many payment methods are provided to make payment.</a:t>
            </a:r>
          </a:p>
          <a:p>
            <a:r>
              <a:rPr lang="en-GB" dirty="0"/>
              <a:t>Admin can see all transaction in one view.</a:t>
            </a:r>
          </a:p>
          <a:p>
            <a:r>
              <a:rPr lang="en-GB" dirty="0"/>
              <a:t> Admin can see the fee status of students and pay staff salary.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None/>
            </a:pPr>
            <a:endParaRPr lang="en-US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844F-7281-4D7D-8958-ABA988D6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914400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chemeClr val="tx2"/>
                </a:solidFill>
              </a:rPr>
              <a:t>Features 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D6C2-1AD7-46C2-98E1-7558106A6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886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provide huge maintenance of records.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Flexibility of transaction can be completed on time.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To provide easy and secure payment for exam and college fee.</a:t>
            </a: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GB" dirty="0"/>
              <a:t>To provide easy reference for staff and students.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88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GB" sz="4900" b="1" dirty="0"/>
              <a:t>Modules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(students) module.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System Architecture:</a:t>
            </a:r>
          </a:p>
        </p:txBody>
      </p:sp>
      <p:pic>
        <p:nvPicPr>
          <p:cNvPr id="68" name="Picture 67" descr="vf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838200" y="1524000"/>
            <a:ext cx="7315200" cy="4869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/>
              <a:t>Data Flow Diagram:</a:t>
            </a:r>
          </a:p>
        </p:txBody>
      </p:sp>
      <p:pic>
        <p:nvPicPr>
          <p:cNvPr id="24" name="Picture 23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8486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Admin:</a:t>
            </a:r>
          </a:p>
        </p:txBody>
      </p:sp>
      <p:pic>
        <p:nvPicPr>
          <p:cNvPr id="65" name="Picture 64" descr="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7400"/>
            <a:ext cx="7620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User(Students):</a:t>
            </a:r>
          </a:p>
        </p:txBody>
      </p:sp>
      <p:pic>
        <p:nvPicPr>
          <p:cNvPr id="57" name="Picture 56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415641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/>
              <a:t>System Requirements: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GB" sz="3300" b="1" dirty="0"/>
              <a:t>Software Requirements:</a:t>
            </a:r>
            <a:endParaRPr lang="en-US" sz="3300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Front End  :   HTML 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Back End   :	 MYSQL 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Server         :   </a:t>
            </a:r>
            <a:r>
              <a:rPr lang="en-GB" dirty="0" err="1"/>
              <a:t>Xampp</a:t>
            </a:r>
            <a:r>
              <a:rPr lang="en-GB" dirty="0"/>
              <a:t> , Wamp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Browser      :	 Google chrome, Internet Explorer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lvl="0"/>
            <a:r>
              <a:rPr lang="en-GB" sz="3300" b="1" dirty="0"/>
              <a:t>Hardware Requirements:</a:t>
            </a:r>
            <a:endParaRPr lang="en-US" sz="3300" dirty="0"/>
          </a:p>
          <a:p>
            <a:pPr>
              <a:buFont typeface="Wingdings" pitchFamily="2" charset="2"/>
              <a:buChar char="§"/>
            </a:pPr>
            <a:r>
              <a:rPr lang="en-GB" dirty="0"/>
              <a:t> Operating System  :   Windows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 Processor                :    Intel core i3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RAM                        :    4GB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Hard Disk               :     120GB and above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System Bus             :     64bits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4900" b="1" dirty="0"/>
              <a:t>Conclusion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</p:spPr>
        <p:txBody>
          <a:bodyPr>
            <a:normAutofit/>
          </a:bodyPr>
          <a:lstStyle/>
          <a:p>
            <a:r>
              <a:rPr lang="en-GB" dirty="0"/>
              <a:t>The conclusion, this project is to provide user to make "</a:t>
            </a:r>
            <a:r>
              <a:rPr lang="en-GB" b="1" dirty="0"/>
              <a:t>Online Payment" </a:t>
            </a:r>
            <a:r>
              <a:rPr lang="en-GB" dirty="0"/>
              <a:t>of college/exam fees.</a:t>
            </a:r>
          </a:p>
          <a:p>
            <a:r>
              <a:rPr lang="en-GB" dirty="0"/>
              <a:t>Admin can see all the transaction related to college fees, exam fees and staff salary in one view. </a:t>
            </a:r>
          </a:p>
          <a:p>
            <a:r>
              <a:rPr lang="en-GB" dirty="0"/>
              <a:t>Advantage is we have not fixed amount to be paid user can pay the fees in instalment. </a:t>
            </a:r>
          </a:p>
          <a:p>
            <a:r>
              <a:rPr lang="en-GB" dirty="0"/>
              <a:t>Admin can easily get student list who have not paid fees. </a:t>
            </a:r>
          </a:p>
          <a:p>
            <a:r>
              <a:rPr lang="en-GB" dirty="0"/>
              <a:t>It is easy for admin to send message/inform the students to make payment on time.</a:t>
            </a:r>
            <a:r>
              <a:rPr lang="en-US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897562"/>
          </a:xfrm>
        </p:spPr>
        <p:txBody>
          <a:bodyPr>
            <a:normAutofit/>
          </a:bodyPr>
          <a:lstStyle/>
          <a:p>
            <a:r>
              <a:rPr lang="en-GB" sz="8000" dirty="0"/>
              <a:t>      Thank you</a:t>
            </a:r>
            <a:br>
              <a:rPr lang="en-GB" sz="8000" dirty="0"/>
            </a:br>
            <a:br>
              <a:rPr lang="en-GB" sz="8000" dirty="0"/>
            </a:br>
            <a:endParaRPr lang="en-US" sz="8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237</TotalTime>
  <Words>453</Words>
  <Application>Microsoft Office PowerPoint</Application>
  <PresentationFormat>On-screen Show (4:3)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Constantia</vt:lpstr>
      <vt:lpstr>Wingdings</vt:lpstr>
      <vt:lpstr>Wingdings 2</vt:lpstr>
      <vt:lpstr>Flow</vt:lpstr>
      <vt:lpstr>         Online Fee      Payment System</vt:lpstr>
      <vt:lpstr> Introduction : </vt:lpstr>
      <vt:lpstr>Existing System : </vt:lpstr>
      <vt:lpstr> Disadvantages :</vt:lpstr>
      <vt:lpstr>Proposed System : </vt:lpstr>
      <vt:lpstr>Features :</vt:lpstr>
      <vt:lpstr>Modules : </vt:lpstr>
      <vt:lpstr>System Architecture:</vt:lpstr>
      <vt:lpstr>Data Flow Diagram:</vt:lpstr>
      <vt:lpstr>Admin:</vt:lpstr>
      <vt:lpstr>User(Students):</vt:lpstr>
      <vt:lpstr>System Requirements:</vt:lpstr>
      <vt:lpstr>Conclusion : </vt:lpstr>
      <vt:lpstr>      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Fee Payment System</dc:title>
  <dc:creator>komal s k</dc:creator>
  <cp:lastModifiedBy>komal s k</cp:lastModifiedBy>
  <cp:revision>38</cp:revision>
  <dcterms:created xsi:type="dcterms:W3CDTF">2021-06-21T11:50:18Z</dcterms:created>
  <dcterms:modified xsi:type="dcterms:W3CDTF">2021-06-24T09:51:36Z</dcterms:modified>
</cp:coreProperties>
</file>