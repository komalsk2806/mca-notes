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7" r:id="rId3"/>
    <p:sldId id="262" r:id="rId4"/>
    <p:sldId id="269" r:id="rId5"/>
    <p:sldId id="263" r:id="rId6"/>
    <p:sldId id="265" r:id="rId7"/>
    <p:sldId id="266" r:id="rId8"/>
    <p:sldId id="258" r:id="rId9"/>
    <p:sldId id="259" r:id="rId10"/>
    <p:sldId id="260" r:id="rId11"/>
    <p:sldId id="261" r:id="rId12"/>
    <p:sldId id="270" r:id="rId13"/>
    <p:sldId id="264" r:id="rId14"/>
    <p:sldId id="26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29" autoAdjust="0"/>
    <p:restoredTop sz="94660"/>
  </p:normalViewPr>
  <p:slideViewPr>
    <p:cSldViewPr>
      <p:cViewPr varScale="1">
        <p:scale>
          <a:sx n="73" d="100"/>
          <a:sy n="73" d="100"/>
        </p:scale>
        <p:origin x="-1278"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35871B-7511-4C83-8275-13F73EFB94F1}"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35871B-7511-4C83-8275-13F73EFB94F1}"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35871B-7511-4C83-8275-13F73EFB94F1}"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35871B-7511-4C83-8275-13F73EFB94F1}" type="datetimeFigureOut">
              <a:rPr lang="en-US" smtClean="0"/>
              <a:pPr/>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35871B-7511-4C83-8275-13F73EFB94F1}" type="datetimeFigureOut">
              <a:rPr lang="en-US" smtClean="0"/>
              <a:pPr/>
              <a:t>6/22/2021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35871B-7511-4C83-8275-13F73EFB94F1}" type="datetimeFigureOut">
              <a:rPr lang="en-US" smtClean="0"/>
              <a:pPr/>
              <a:t>6/22/2021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35871B-7511-4C83-8275-13F73EFB94F1}" type="datetimeFigureOut">
              <a:rPr lang="en-US" smtClean="0"/>
              <a:pPr/>
              <a:t>6/22/2021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35871B-7511-4C83-8275-13F73EFB94F1}" type="datetimeFigureOut">
              <a:rPr lang="en-US" smtClean="0"/>
              <a:pPr/>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35871B-7511-4C83-8275-13F73EFB94F1}" type="datetimeFigureOut">
              <a:rPr lang="en-US" smtClean="0"/>
              <a:pPr/>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35871B-7511-4C83-8275-13F73EFB94F1}"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35871B-7511-4C83-8275-13F73EFB94F1}"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BF41-1E5D-4298-95ED-5CA1C4B92C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35871B-7511-4C83-8275-13F73EFB94F1}" type="datetimeFigureOut">
              <a:rPr lang="en-US" smtClean="0"/>
              <a:pPr/>
              <a:t>6/22/2021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19BF41-1E5D-4298-95ED-5CA1C4B92C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a:bodyPr>
          <a:lstStyle/>
          <a:p>
            <a:r>
              <a:rPr lang="en-US" sz="8000" dirty="0"/>
              <a:t>Online Fee Payment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GB" b="1" dirty="0"/>
              <a:t/>
            </a:r>
            <a:br>
              <a:rPr lang="en-GB" b="1" dirty="0"/>
            </a:br>
            <a:r>
              <a:rPr lang="en-GB" sz="4900" b="1" dirty="0"/>
              <a:t>Introduction</a:t>
            </a:r>
            <a:r>
              <a:rPr lang="en-GB" b="1" dirty="0"/>
              <a:t> </a:t>
            </a:r>
            <a:r>
              <a:rPr lang="en-US" dirty="0"/>
              <a:t/>
            </a:r>
            <a:br>
              <a:rPr lang="en-US" dirty="0"/>
            </a:br>
            <a:endParaRPr lang="en-US" dirty="0"/>
          </a:p>
        </p:txBody>
      </p:sp>
      <p:sp>
        <p:nvSpPr>
          <p:cNvPr id="3" name="Content Placeholder 2"/>
          <p:cNvSpPr>
            <a:spLocks noGrp="1"/>
          </p:cNvSpPr>
          <p:nvPr>
            <p:ph idx="1"/>
          </p:nvPr>
        </p:nvSpPr>
        <p:spPr/>
        <p:txBody>
          <a:bodyPr>
            <a:noAutofit/>
          </a:bodyPr>
          <a:lstStyle/>
          <a:p>
            <a:r>
              <a:rPr lang="en-GB" sz="2400" dirty="0" smtClean="0"/>
              <a:t>Online </a:t>
            </a:r>
            <a:r>
              <a:rPr lang="en-GB" sz="2400" dirty="0" smtClean="0"/>
              <a:t>fee payment system provides sophisticated and secure payment solution for educational institutions to collect and manage fee transactions. </a:t>
            </a:r>
            <a:endParaRPr lang="en-GB" sz="2400" dirty="0" smtClean="0"/>
          </a:p>
          <a:p>
            <a:r>
              <a:rPr lang="en-GB" sz="2400" dirty="0" smtClean="0"/>
              <a:t>It </a:t>
            </a:r>
            <a:r>
              <a:rPr lang="en-GB" sz="2400" dirty="0" smtClean="0"/>
              <a:t>also helps students to pay their college fees and exam fees without visiting college. </a:t>
            </a:r>
          </a:p>
          <a:p>
            <a:r>
              <a:rPr lang="en-GB" sz="2400" dirty="0" smtClean="0"/>
              <a:t>It helps </a:t>
            </a:r>
            <a:r>
              <a:rPr lang="en-GB" sz="2400" dirty="0" smtClean="0"/>
              <a:t>for management to pay salary for staff </a:t>
            </a:r>
            <a:r>
              <a:rPr lang="en-GB" sz="2400" dirty="0" smtClean="0"/>
              <a:t>through online.</a:t>
            </a:r>
          </a:p>
          <a:p>
            <a:r>
              <a:rPr lang="en-GB" sz="2400" dirty="0" smtClean="0"/>
              <a:t>Admin </a:t>
            </a:r>
            <a:r>
              <a:rPr lang="en-GB" sz="2400" dirty="0" smtClean="0"/>
              <a:t>can generate various fee structures and fees receipt, also send instant alert to parents in case fee dues.</a:t>
            </a:r>
            <a:endParaRPr lang="en-US" sz="2400" dirty="0" smtClean="0"/>
          </a:p>
          <a:p>
            <a:r>
              <a:rPr lang="en-GB" sz="2400" dirty="0" smtClean="0"/>
              <a:t>The </a:t>
            </a:r>
            <a:r>
              <a:rPr lang="en-GB" sz="2400" dirty="0" smtClean="0"/>
              <a:t>main advantage for management is they can keep track about all bank transaction about staff salary and student fees.</a:t>
            </a:r>
            <a:endParaRPr lang="en-US" sz="2400" dirty="0" smtClean="0"/>
          </a:p>
          <a:p>
            <a:pPr>
              <a:buNone/>
            </a:pPr>
            <a:r>
              <a:rPr lang="en-GB" sz="2400" dirty="0" smtClean="0"/>
              <a:t> </a:t>
            </a:r>
            <a:endParaRPr lang="en-US" sz="2400" dirty="0" smtClean="0"/>
          </a:p>
          <a:p>
            <a:pPr>
              <a:buNone/>
            </a:pPr>
            <a:r>
              <a:rPr lang="en-GB" sz="2400" dirty="0" smtClean="0"/>
              <a:t> </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sz="4900" b="1" dirty="0"/>
              <a:t>Existing System</a:t>
            </a:r>
            <a:r>
              <a:rPr lang="en-US" dirty="0"/>
              <a:t/>
            </a:r>
            <a:br>
              <a:rPr lang="en-US" dirty="0"/>
            </a:br>
            <a:endParaRPr lang="en-US" dirty="0"/>
          </a:p>
        </p:txBody>
      </p:sp>
      <p:sp>
        <p:nvSpPr>
          <p:cNvPr id="3" name="Content Placeholder 2"/>
          <p:cNvSpPr>
            <a:spLocks noGrp="1"/>
          </p:cNvSpPr>
          <p:nvPr>
            <p:ph idx="1"/>
          </p:nvPr>
        </p:nvSpPr>
        <p:spPr>
          <a:xfrm>
            <a:off x="457200" y="1219200"/>
            <a:ext cx="8229600" cy="4983163"/>
          </a:xfrm>
        </p:spPr>
        <p:txBody>
          <a:bodyPr>
            <a:normAutofit fontScale="85000" lnSpcReduction="20000"/>
          </a:bodyPr>
          <a:lstStyle/>
          <a:p>
            <a:r>
              <a:rPr lang="en-GB" dirty="0"/>
              <a:t>In existing system user has to carry out each process manually for making college/exam fees payment. The user has to visit college and wait in queue to make payment. </a:t>
            </a:r>
          </a:p>
          <a:p>
            <a:r>
              <a:rPr lang="en-GB" dirty="0"/>
              <a:t>In case of exam fee he/she has to take exam form manually and has to wait in queue for submission which can create rush in the college campus. Student has to submit all the documents </a:t>
            </a:r>
            <a:r>
              <a:rPr lang="en-GB" dirty="0" err="1"/>
              <a:t>xerox</a:t>
            </a:r>
            <a:r>
              <a:rPr lang="en-GB" dirty="0"/>
              <a:t> and paste a photo on exam form. </a:t>
            </a:r>
          </a:p>
          <a:p>
            <a:r>
              <a:rPr lang="en-GB" dirty="0"/>
              <a:t>Staff has to verify all documents manually and receive the exam form from students which is lengthy process. It is overhead for the staff to collect and maintain student details.</a:t>
            </a: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 Disadvantages </a:t>
            </a:r>
            <a:endParaRPr lang="en-US" dirty="0"/>
          </a:p>
        </p:txBody>
      </p:sp>
      <p:sp>
        <p:nvSpPr>
          <p:cNvPr id="3" name="Content Placeholder 2"/>
          <p:cNvSpPr>
            <a:spLocks noGrp="1"/>
          </p:cNvSpPr>
          <p:nvPr>
            <p:ph idx="1"/>
          </p:nvPr>
        </p:nvSpPr>
        <p:spPr/>
        <p:txBody>
          <a:bodyPr/>
          <a:lstStyle/>
          <a:p>
            <a:r>
              <a:rPr lang="en-GB" dirty="0"/>
              <a:t>It is time consuming.</a:t>
            </a:r>
            <a:endParaRPr lang="en-US" dirty="0"/>
          </a:p>
          <a:p>
            <a:r>
              <a:rPr lang="en-GB" dirty="0"/>
              <a:t>Retrieval of data takes lot of time.</a:t>
            </a:r>
            <a:endParaRPr lang="en-US" dirty="0"/>
          </a:p>
          <a:p>
            <a:r>
              <a:rPr lang="en-GB" dirty="0"/>
              <a:t>It creates lot disturbances in college campus</a:t>
            </a:r>
            <a:endParaRPr lang="en-US" dirty="0"/>
          </a:p>
          <a:p>
            <a:r>
              <a:rPr lang="en-GB" dirty="0"/>
              <a:t>Student can miss the class by giving reason of fee payment.</a:t>
            </a:r>
            <a:endParaRPr lang="en-US" dirty="0"/>
          </a:p>
          <a:p>
            <a:pPr>
              <a:buNone/>
            </a:pP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295400"/>
          </a:xfrm>
        </p:spPr>
        <p:txBody>
          <a:bodyPr>
            <a:normAutofit fontScale="90000"/>
          </a:bodyPr>
          <a:lstStyle/>
          <a:p>
            <a:pPr lvl="0"/>
            <a:r>
              <a:rPr lang="en-GB" sz="4900" b="1" dirty="0"/>
              <a:t>Proposed </a:t>
            </a:r>
            <a:r>
              <a:rPr lang="en-GB" sz="4900" b="1" dirty="0" smtClean="0"/>
              <a:t>System</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GB" dirty="0"/>
              <a:t> </a:t>
            </a:r>
            <a:endParaRPr lang="en-US" dirty="0"/>
          </a:p>
          <a:p>
            <a:r>
              <a:rPr lang="en-GB" dirty="0"/>
              <a:t>Online fee payment system, in this system there are two parts one is admin part and other is user part(students). </a:t>
            </a:r>
          </a:p>
          <a:p>
            <a:r>
              <a:rPr lang="en-GB" dirty="0"/>
              <a:t> First part is admin can see all transaction related to student fees &amp; staff salary. Only admin will be able to add, delete or update students details related fees. And admin can send mails to students. And he can see the list of students who had not made full payment of fees. </a:t>
            </a:r>
          </a:p>
          <a:p>
            <a:r>
              <a:rPr lang="en-GB" dirty="0"/>
              <a:t>Admin can add directly salary to the staff account. In another part that is student or user part they can make only fee payment and see their fee status. They are not allowed to make any changes.</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part</a:t>
            </a:r>
          </a:p>
        </p:txBody>
      </p:sp>
      <p:sp>
        <p:nvSpPr>
          <p:cNvPr id="3" name="Content Placeholder 2"/>
          <p:cNvSpPr>
            <a:spLocks noGrp="1"/>
          </p:cNvSpPr>
          <p:nvPr>
            <p:ph idx="1"/>
          </p:nvPr>
        </p:nvSpPr>
        <p:spPr/>
        <p:txBody>
          <a:bodyPr>
            <a:normAutofit fontScale="92500"/>
          </a:bodyPr>
          <a:lstStyle/>
          <a:p>
            <a:r>
              <a:rPr lang="en-GB" dirty="0"/>
              <a:t>Second part that is </a:t>
            </a:r>
            <a:r>
              <a:rPr lang="en-GB" dirty="0" smtClean="0"/>
              <a:t>students </a:t>
            </a:r>
            <a:r>
              <a:rPr lang="en-GB" dirty="0"/>
              <a:t>or user part they can make only fee payment and see their fee status. They are not allowed to make any changes.</a:t>
            </a:r>
          </a:p>
          <a:p>
            <a:r>
              <a:rPr lang="en-US" dirty="0"/>
              <a:t>Student can make college or exam fee payment</a:t>
            </a:r>
            <a:r>
              <a:rPr lang="en-US" dirty="0" smtClean="0"/>
              <a:t>.</a:t>
            </a:r>
          </a:p>
          <a:p>
            <a:r>
              <a:rPr lang="en-US" dirty="0" smtClean="0"/>
              <a:t>Many payment methods are provided(debit/credit card/ATM card/UPI). </a:t>
            </a:r>
            <a:endParaRPr lang="en-US" dirty="0" smtClean="0"/>
          </a:p>
          <a:p>
            <a:r>
              <a:rPr lang="en-US" dirty="0" smtClean="0"/>
              <a:t>Students receive the receipt, they can take printout of receipt.</a:t>
            </a:r>
            <a:endParaRPr lang="en-US" dirty="0"/>
          </a:p>
          <a:p>
            <a:endParaRPr lang="en-US" dirty="0"/>
          </a:p>
        </p:txBody>
      </p:sp>
      <p:sp>
        <p:nvSpPr>
          <p:cNvPr id="4" name="Rectangle 3"/>
          <p:cNvSpPr/>
          <p:nvPr/>
        </p:nvSpPr>
        <p:spPr>
          <a:xfrm>
            <a:off x="2286000" y="2828836"/>
            <a:ext cx="4572000" cy="369332"/>
          </a:xfrm>
          <a:prstGeom prst="rect">
            <a:avLst/>
          </a:prstGeom>
        </p:spPr>
        <p:txBody>
          <a:bodyPr>
            <a:spAutoFit/>
          </a:bodyPr>
          <a:lstStyle/>
          <a:p>
            <a:r>
              <a:rPr lang="en-GB" dirty="0"/>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219200"/>
          </a:xfrm>
        </p:spPr>
        <p:txBody>
          <a:bodyPr>
            <a:normAutofit fontScale="90000"/>
          </a:bodyPr>
          <a:lstStyle/>
          <a:p>
            <a:r>
              <a:rPr lang="en-GB" sz="4900" b="1" dirty="0"/>
              <a:t>Features</a:t>
            </a:r>
            <a:r>
              <a:rPr lang="en-GB" dirty="0"/>
              <a:t> </a:t>
            </a:r>
            <a:r>
              <a:rPr lang="en-US" dirty="0"/>
              <a:t/>
            </a:r>
            <a:br>
              <a:rPr lang="en-US" dirty="0"/>
            </a:br>
            <a:endParaRPr lang="en-US" dirty="0"/>
          </a:p>
        </p:txBody>
      </p:sp>
      <p:sp>
        <p:nvSpPr>
          <p:cNvPr id="3" name="Content Placeholder 2"/>
          <p:cNvSpPr>
            <a:spLocks noGrp="1"/>
          </p:cNvSpPr>
          <p:nvPr>
            <p:ph idx="1"/>
          </p:nvPr>
        </p:nvSpPr>
        <p:spPr/>
        <p:txBody>
          <a:bodyPr/>
          <a:lstStyle/>
          <a:p>
            <a:pPr lvl="0"/>
            <a:r>
              <a:rPr lang="en-GB" dirty="0"/>
              <a:t>To provide huge maintenance of records.</a:t>
            </a:r>
            <a:endParaRPr lang="en-US" dirty="0"/>
          </a:p>
          <a:p>
            <a:pPr lvl="0"/>
            <a:r>
              <a:rPr lang="en-GB" dirty="0"/>
              <a:t>Flexibility of transaction can be completed on time.</a:t>
            </a:r>
            <a:endParaRPr lang="en-US" dirty="0"/>
          </a:p>
          <a:p>
            <a:pPr lvl="0"/>
            <a:r>
              <a:rPr lang="en-GB" dirty="0"/>
              <a:t>To provide easy and secure payment for exam and college fee.</a:t>
            </a:r>
            <a:endParaRPr lang="en-US" dirty="0"/>
          </a:p>
          <a:p>
            <a:pPr lvl="0"/>
            <a:r>
              <a:rPr lang="en-GB" dirty="0"/>
              <a:t>To provide easy reference for staff and students.</a:t>
            </a:r>
            <a:endParaRPr lang="en-US" dirty="0"/>
          </a:p>
          <a:p>
            <a:pPr>
              <a:buNone/>
            </a:pP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p>
        </p:txBody>
      </p:sp>
      <p:grpSp>
        <p:nvGrpSpPr>
          <p:cNvPr id="4" name="Content Placeholder 3"/>
          <p:cNvGrpSpPr>
            <a:grpSpLocks noGrp="1"/>
          </p:cNvGrpSpPr>
          <p:nvPr/>
        </p:nvGrpSpPr>
        <p:grpSpPr>
          <a:xfrm>
            <a:off x="457200" y="1447800"/>
            <a:ext cx="8305800" cy="5029200"/>
            <a:chOff x="0" y="0"/>
            <a:chExt cx="6304280" cy="4081780"/>
          </a:xfrm>
        </p:grpSpPr>
        <p:sp>
          <p:nvSpPr>
            <p:cNvPr id="5" name="Shape 1187"/>
            <p:cNvSpPr/>
            <p:nvPr/>
          </p:nvSpPr>
          <p:spPr>
            <a:xfrm>
              <a:off x="0" y="1449070"/>
              <a:ext cx="509905" cy="317500"/>
            </a:xfrm>
            <a:custGeom>
              <a:avLst/>
              <a:gdLst/>
              <a:ahLst/>
              <a:cxnLst/>
              <a:rect l="0" t="0" r="0" b="0"/>
              <a:pathLst>
                <a:path w="509905" h="317500">
                  <a:moveTo>
                    <a:pt x="0" y="0"/>
                  </a:moveTo>
                  <a:lnTo>
                    <a:pt x="509905" y="0"/>
                  </a:lnTo>
                  <a:lnTo>
                    <a:pt x="509905" y="9525"/>
                  </a:lnTo>
                  <a:lnTo>
                    <a:pt x="9525" y="9525"/>
                  </a:lnTo>
                  <a:lnTo>
                    <a:pt x="9525" y="307975"/>
                  </a:lnTo>
                  <a:lnTo>
                    <a:pt x="509905" y="307975"/>
                  </a:lnTo>
                  <a:lnTo>
                    <a:pt x="509905" y="317500"/>
                  </a:lnTo>
                  <a:lnTo>
                    <a:pt x="0" y="317500"/>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6" name="Shape 1188"/>
            <p:cNvSpPr/>
            <p:nvPr/>
          </p:nvSpPr>
          <p:spPr>
            <a:xfrm>
              <a:off x="509905" y="1449070"/>
              <a:ext cx="509905" cy="317500"/>
            </a:xfrm>
            <a:custGeom>
              <a:avLst/>
              <a:gdLst/>
              <a:ahLst/>
              <a:cxnLst/>
              <a:rect l="0" t="0" r="0" b="0"/>
              <a:pathLst>
                <a:path w="509905" h="317500">
                  <a:moveTo>
                    <a:pt x="0" y="0"/>
                  </a:moveTo>
                  <a:lnTo>
                    <a:pt x="509905" y="0"/>
                  </a:lnTo>
                  <a:lnTo>
                    <a:pt x="509905" y="317500"/>
                  </a:lnTo>
                  <a:lnTo>
                    <a:pt x="0" y="317500"/>
                  </a:lnTo>
                  <a:lnTo>
                    <a:pt x="0" y="307975"/>
                  </a:lnTo>
                  <a:lnTo>
                    <a:pt x="500380" y="307975"/>
                  </a:lnTo>
                  <a:lnTo>
                    <a:pt x="500380" y="9525"/>
                  </a:lnTo>
                  <a:lnTo>
                    <a:pt x="0" y="9525"/>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7" name="Rectangle 6"/>
            <p:cNvSpPr/>
            <p:nvPr/>
          </p:nvSpPr>
          <p:spPr>
            <a:xfrm>
              <a:off x="135827" y="1535366"/>
              <a:ext cx="503262"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Home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8" name="Rectangle 7"/>
            <p:cNvSpPr/>
            <p:nvPr/>
          </p:nvSpPr>
          <p:spPr>
            <a:xfrm>
              <a:off x="548830" y="1535366"/>
              <a:ext cx="403947"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Page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9" name="Shape 1192"/>
            <p:cNvSpPr/>
            <p:nvPr/>
          </p:nvSpPr>
          <p:spPr>
            <a:xfrm>
              <a:off x="1647825" y="606425"/>
              <a:ext cx="536575" cy="338455"/>
            </a:xfrm>
            <a:custGeom>
              <a:avLst/>
              <a:gdLst/>
              <a:ahLst/>
              <a:cxnLst/>
              <a:rect l="0" t="0" r="0" b="0"/>
              <a:pathLst>
                <a:path w="536575" h="338455">
                  <a:moveTo>
                    <a:pt x="0" y="0"/>
                  </a:moveTo>
                  <a:lnTo>
                    <a:pt x="536575" y="0"/>
                  </a:lnTo>
                  <a:lnTo>
                    <a:pt x="536575" y="9525"/>
                  </a:lnTo>
                  <a:lnTo>
                    <a:pt x="9525" y="9525"/>
                  </a:lnTo>
                  <a:lnTo>
                    <a:pt x="9525" y="328930"/>
                  </a:lnTo>
                  <a:lnTo>
                    <a:pt x="536575" y="328930"/>
                  </a:lnTo>
                  <a:lnTo>
                    <a:pt x="536575" y="338455"/>
                  </a:lnTo>
                  <a:lnTo>
                    <a:pt x="0" y="33845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0" name="Shape 1193"/>
            <p:cNvSpPr/>
            <p:nvPr/>
          </p:nvSpPr>
          <p:spPr>
            <a:xfrm>
              <a:off x="2184400" y="606425"/>
              <a:ext cx="536575" cy="338455"/>
            </a:xfrm>
            <a:custGeom>
              <a:avLst/>
              <a:gdLst/>
              <a:ahLst/>
              <a:cxnLst/>
              <a:rect l="0" t="0" r="0" b="0"/>
              <a:pathLst>
                <a:path w="536575" h="338455">
                  <a:moveTo>
                    <a:pt x="0" y="0"/>
                  </a:moveTo>
                  <a:lnTo>
                    <a:pt x="536575" y="0"/>
                  </a:lnTo>
                  <a:lnTo>
                    <a:pt x="536575" y="338455"/>
                  </a:lnTo>
                  <a:lnTo>
                    <a:pt x="0" y="338455"/>
                  </a:lnTo>
                  <a:lnTo>
                    <a:pt x="0" y="328930"/>
                  </a:lnTo>
                  <a:lnTo>
                    <a:pt x="527050" y="328930"/>
                  </a:lnTo>
                  <a:lnTo>
                    <a:pt x="527050"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1" name="Rectangle 10"/>
            <p:cNvSpPr/>
            <p:nvPr/>
          </p:nvSpPr>
          <p:spPr>
            <a:xfrm>
              <a:off x="1783270" y="692582"/>
              <a:ext cx="556572"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Admin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2" name="Rectangle 11"/>
            <p:cNvSpPr/>
            <p:nvPr/>
          </p:nvSpPr>
          <p:spPr>
            <a:xfrm>
              <a:off x="2234362" y="692582"/>
              <a:ext cx="449156"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Login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3" name="Shape 1197"/>
            <p:cNvSpPr/>
            <p:nvPr/>
          </p:nvSpPr>
          <p:spPr>
            <a:xfrm>
              <a:off x="3179445" y="0"/>
              <a:ext cx="525780" cy="338455"/>
            </a:xfrm>
            <a:custGeom>
              <a:avLst/>
              <a:gdLst/>
              <a:ahLst/>
              <a:cxnLst/>
              <a:rect l="0" t="0" r="0" b="0"/>
              <a:pathLst>
                <a:path w="525780" h="338455">
                  <a:moveTo>
                    <a:pt x="0" y="0"/>
                  </a:moveTo>
                  <a:lnTo>
                    <a:pt x="525780" y="0"/>
                  </a:lnTo>
                  <a:lnTo>
                    <a:pt x="525780" y="9525"/>
                  </a:lnTo>
                  <a:lnTo>
                    <a:pt x="9525" y="9525"/>
                  </a:lnTo>
                  <a:lnTo>
                    <a:pt x="9525" y="328930"/>
                  </a:lnTo>
                  <a:lnTo>
                    <a:pt x="525780" y="328930"/>
                  </a:lnTo>
                  <a:lnTo>
                    <a:pt x="525780" y="338455"/>
                  </a:lnTo>
                  <a:lnTo>
                    <a:pt x="0" y="33845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4" name="Shape 1198"/>
            <p:cNvSpPr/>
            <p:nvPr/>
          </p:nvSpPr>
          <p:spPr>
            <a:xfrm>
              <a:off x="3705225" y="0"/>
              <a:ext cx="525780" cy="338455"/>
            </a:xfrm>
            <a:custGeom>
              <a:avLst/>
              <a:gdLst/>
              <a:ahLst/>
              <a:cxnLst/>
              <a:rect l="0" t="0" r="0" b="0"/>
              <a:pathLst>
                <a:path w="525780" h="338455">
                  <a:moveTo>
                    <a:pt x="0" y="0"/>
                  </a:moveTo>
                  <a:lnTo>
                    <a:pt x="525780" y="0"/>
                  </a:lnTo>
                  <a:lnTo>
                    <a:pt x="525780" y="338455"/>
                  </a:lnTo>
                  <a:lnTo>
                    <a:pt x="0" y="338455"/>
                  </a:lnTo>
                  <a:lnTo>
                    <a:pt x="0" y="328930"/>
                  </a:lnTo>
                  <a:lnTo>
                    <a:pt x="516255" y="328930"/>
                  </a:lnTo>
                  <a:lnTo>
                    <a:pt x="516255"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5" name="Rectangle 14"/>
            <p:cNvSpPr/>
            <p:nvPr/>
          </p:nvSpPr>
          <p:spPr>
            <a:xfrm>
              <a:off x="3349943" y="86042"/>
              <a:ext cx="422608"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View</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 name="Rectangle 15"/>
            <p:cNvSpPr/>
            <p:nvPr/>
          </p:nvSpPr>
          <p:spPr>
            <a:xfrm>
              <a:off x="3701987" y="86042"/>
              <a:ext cx="561037"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details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7" name="Shape 1202"/>
            <p:cNvSpPr/>
            <p:nvPr/>
          </p:nvSpPr>
          <p:spPr>
            <a:xfrm>
              <a:off x="4604385" y="0"/>
              <a:ext cx="615950" cy="338455"/>
            </a:xfrm>
            <a:custGeom>
              <a:avLst/>
              <a:gdLst/>
              <a:ahLst/>
              <a:cxnLst/>
              <a:rect l="0" t="0" r="0" b="0"/>
              <a:pathLst>
                <a:path w="615950" h="338455">
                  <a:moveTo>
                    <a:pt x="0" y="0"/>
                  </a:moveTo>
                  <a:lnTo>
                    <a:pt x="615950" y="0"/>
                  </a:lnTo>
                  <a:lnTo>
                    <a:pt x="615950" y="9525"/>
                  </a:lnTo>
                  <a:lnTo>
                    <a:pt x="9525" y="9525"/>
                  </a:lnTo>
                  <a:lnTo>
                    <a:pt x="9525" y="328930"/>
                  </a:lnTo>
                  <a:lnTo>
                    <a:pt x="615950" y="328930"/>
                  </a:lnTo>
                  <a:lnTo>
                    <a:pt x="615950" y="338455"/>
                  </a:lnTo>
                  <a:lnTo>
                    <a:pt x="0" y="33845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8" name="Shape 1203"/>
            <p:cNvSpPr/>
            <p:nvPr/>
          </p:nvSpPr>
          <p:spPr>
            <a:xfrm>
              <a:off x="5220335" y="0"/>
              <a:ext cx="615950" cy="338455"/>
            </a:xfrm>
            <a:custGeom>
              <a:avLst/>
              <a:gdLst/>
              <a:ahLst/>
              <a:cxnLst/>
              <a:rect l="0" t="0" r="0" b="0"/>
              <a:pathLst>
                <a:path w="615950" h="338455">
                  <a:moveTo>
                    <a:pt x="0" y="0"/>
                  </a:moveTo>
                  <a:lnTo>
                    <a:pt x="615950" y="0"/>
                  </a:lnTo>
                  <a:lnTo>
                    <a:pt x="615950" y="338455"/>
                  </a:lnTo>
                  <a:lnTo>
                    <a:pt x="0" y="338455"/>
                  </a:lnTo>
                  <a:lnTo>
                    <a:pt x="0" y="328930"/>
                  </a:lnTo>
                  <a:lnTo>
                    <a:pt x="606425" y="328930"/>
                  </a:lnTo>
                  <a:lnTo>
                    <a:pt x="606425"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 name="Rectangle 18"/>
            <p:cNvSpPr/>
            <p:nvPr/>
          </p:nvSpPr>
          <p:spPr>
            <a:xfrm>
              <a:off x="4739831" y="86042"/>
              <a:ext cx="574199"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Inform</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0" name="Rectangle 19"/>
            <p:cNvSpPr/>
            <p:nvPr/>
          </p:nvSpPr>
          <p:spPr>
            <a:xfrm>
              <a:off x="5204651" y="86042"/>
              <a:ext cx="666029"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Student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1" name="Shape 1207"/>
            <p:cNvSpPr/>
            <p:nvPr/>
          </p:nvSpPr>
          <p:spPr>
            <a:xfrm>
              <a:off x="1647825" y="2275840"/>
              <a:ext cx="536575" cy="339090"/>
            </a:xfrm>
            <a:custGeom>
              <a:avLst/>
              <a:gdLst/>
              <a:ahLst/>
              <a:cxnLst/>
              <a:rect l="0" t="0" r="0" b="0"/>
              <a:pathLst>
                <a:path w="536575" h="339090">
                  <a:moveTo>
                    <a:pt x="0" y="0"/>
                  </a:moveTo>
                  <a:lnTo>
                    <a:pt x="536575" y="0"/>
                  </a:lnTo>
                  <a:lnTo>
                    <a:pt x="536575" y="9525"/>
                  </a:lnTo>
                  <a:lnTo>
                    <a:pt x="9525" y="9525"/>
                  </a:lnTo>
                  <a:lnTo>
                    <a:pt x="9525" y="329565"/>
                  </a:lnTo>
                  <a:lnTo>
                    <a:pt x="536575" y="329565"/>
                  </a:lnTo>
                  <a:lnTo>
                    <a:pt x="536575" y="339090"/>
                  </a:lnTo>
                  <a:lnTo>
                    <a:pt x="0" y="33909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2" name="Shape 1208"/>
            <p:cNvSpPr/>
            <p:nvPr/>
          </p:nvSpPr>
          <p:spPr>
            <a:xfrm>
              <a:off x="2184400" y="2275840"/>
              <a:ext cx="536575" cy="339090"/>
            </a:xfrm>
            <a:custGeom>
              <a:avLst/>
              <a:gdLst/>
              <a:ahLst/>
              <a:cxnLst/>
              <a:rect l="0" t="0" r="0" b="0"/>
              <a:pathLst>
                <a:path w="536575" h="339090">
                  <a:moveTo>
                    <a:pt x="0" y="0"/>
                  </a:moveTo>
                  <a:lnTo>
                    <a:pt x="536575" y="0"/>
                  </a:lnTo>
                  <a:lnTo>
                    <a:pt x="536575" y="339090"/>
                  </a:lnTo>
                  <a:lnTo>
                    <a:pt x="0" y="339090"/>
                  </a:lnTo>
                  <a:lnTo>
                    <a:pt x="0" y="329565"/>
                  </a:lnTo>
                  <a:lnTo>
                    <a:pt x="527050" y="329565"/>
                  </a:lnTo>
                  <a:lnTo>
                    <a:pt x="527050"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3" name="Rectangle 22"/>
            <p:cNvSpPr/>
            <p:nvPr/>
          </p:nvSpPr>
          <p:spPr>
            <a:xfrm>
              <a:off x="1783270" y="2362899"/>
              <a:ext cx="386128"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User</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4" name="Rectangle 23"/>
            <p:cNvSpPr/>
            <p:nvPr/>
          </p:nvSpPr>
          <p:spPr>
            <a:xfrm>
              <a:off x="2109407" y="2362899"/>
              <a:ext cx="449155"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Login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5" name="Shape 1212"/>
            <p:cNvSpPr/>
            <p:nvPr/>
          </p:nvSpPr>
          <p:spPr>
            <a:xfrm>
              <a:off x="3051810" y="2275840"/>
              <a:ext cx="653097" cy="339090"/>
            </a:xfrm>
            <a:custGeom>
              <a:avLst/>
              <a:gdLst/>
              <a:ahLst/>
              <a:cxnLst/>
              <a:rect l="0" t="0" r="0" b="0"/>
              <a:pathLst>
                <a:path w="653097" h="339090">
                  <a:moveTo>
                    <a:pt x="0" y="0"/>
                  </a:moveTo>
                  <a:lnTo>
                    <a:pt x="653097" y="0"/>
                  </a:lnTo>
                  <a:lnTo>
                    <a:pt x="653097" y="9525"/>
                  </a:lnTo>
                  <a:lnTo>
                    <a:pt x="9525" y="9525"/>
                  </a:lnTo>
                  <a:lnTo>
                    <a:pt x="9525" y="329565"/>
                  </a:lnTo>
                  <a:lnTo>
                    <a:pt x="653097" y="329565"/>
                  </a:lnTo>
                  <a:lnTo>
                    <a:pt x="653097" y="339090"/>
                  </a:lnTo>
                  <a:lnTo>
                    <a:pt x="0" y="33909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6" name="Shape 1213"/>
            <p:cNvSpPr/>
            <p:nvPr/>
          </p:nvSpPr>
          <p:spPr>
            <a:xfrm>
              <a:off x="3704907" y="2275840"/>
              <a:ext cx="653098" cy="339090"/>
            </a:xfrm>
            <a:custGeom>
              <a:avLst/>
              <a:gdLst/>
              <a:ahLst/>
              <a:cxnLst/>
              <a:rect l="0" t="0" r="0" b="0"/>
              <a:pathLst>
                <a:path w="653098" h="339090">
                  <a:moveTo>
                    <a:pt x="0" y="0"/>
                  </a:moveTo>
                  <a:lnTo>
                    <a:pt x="653098" y="0"/>
                  </a:lnTo>
                  <a:lnTo>
                    <a:pt x="653098" y="339090"/>
                  </a:lnTo>
                  <a:lnTo>
                    <a:pt x="0" y="339090"/>
                  </a:lnTo>
                  <a:lnTo>
                    <a:pt x="0" y="329565"/>
                  </a:lnTo>
                  <a:lnTo>
                    <a:pt x="643573" y="329565"/>
                  </a:lnTo>
                  <a:lnTo>
                    <a:pt x="643573"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7" name="Rectangle 26"/>
            <p:cNvSpPr/>
            <p:nvPr/>
          </p:nvSpPr>
          <p:spPr>
            <a:xfrm>
              <a:off x="3186862" y="2362899"/>
              <a:ext cx="346999"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OTP</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8" name="Rectangle 27"/>
            <p:cNvSpPr/>
            <p:nvPr/>
          </p:nvSpPr>
          <p:spPr>
            <a:xfrm>
              <a:off x="3481007" y="2362899"/>
              <a:ext cx="980181"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Verification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9" name="Shape 1217"/>
            <p:cNvSpPr/>
            <p:nvPr/>
          </p:nvSpPr>
          <p:spPr>
            <a:xfrm>
              <a:off x="4667885" y="2275840"/>
              <a:ext cx="584200" cy="339090"/>
            </a:xfrm>
            <a:custGeom>
              <a:avLst/>
              <a:gdLst/>
              <a:ahLst/>
              <a:cxnLst/>
              <a:rect l="0" t="0" r="0" b="0"/>
              <a:pathLst>
                <a:path w="584200" h="339090">
                  <a:moveTo>
                    <a:pt x="0" y="0"/>
                  </a:moveTo>
                  <a:lnTo>
                    <a:pt x="584200" y="0"/>
                  </a:lnTo>
                  <a:lnTo>
                    <a:pt x="584200" y="9525"/>
                  </a:lnTo>
                  <a:lnTo>
                    <a:pt x="9525" y="9525"/>
                  </a:lnTo>
                  <a:lnTo>
                    <a:pt x="9525" y="329565"/>
                  </a:lnTo>
                  <a:lnTo>
                    <a:pt x="584200" y="329565"/>
                  </a:lnTo>
                  <a:lnTo>
                    <a:pt x="584200" y="339090"/>
                  </a:lnTo>
                  <a:lnTo>
                    <a:pt x="0" y="33909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0" name="Shape 1218"/>
            <p:cNvSpPr/>
            <p:nvPr/>
          </p:nvSpPr>
          <p:spPr>
            <a:xfrm>
              <a:off x="5252085" y="2275840"/>
              <a:ext cx="584200" cy="339090"/>
            </a:xfrm>
            <a:custGeom>
              <a:avLst/>
              <a:gdLst/>
              <a:ahLst/>
              <a:cxnLst/>
              <a:rect l="0" t="0" r="0" b="0"/>
              <a:pathLst>
                <a:path w="584200" h="339090">
                  <a:moveTo>
                    <a:pt x="0" y="0"/>
                  </a:moveTo>
                  <a:lnTo>
                    <a:pt x="584200" y="0"/>
                  </a:lnTo>
                  <a:lnTo>
                    <a:pt x="584200" y="339090"/>
                  </a:lnTo>
                  <a:lnTo>
                    <a:pt x="0" y="339090"/>
                  </a:lnTo>
                  <a:lnTo>
                    <a:pt x="0" y="329565"/>
                  </a:lnTo>
                  <a:lnTo>
                    <a:pt x="574675" y="329565"/>
                  </a:lnTo>
                  <a:lnTo>
                    <a:pt x="574675"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1" name="Rectangle 30"/>
            <p:cNvSpPr/>
            <p:nvPr/>
          </p:nvSpPr>
          <p:spPr>
            <a:xfrm>
              <a:off x="4768787" y="2362899"/>
              <a:ext cx="503888"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Select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2" name="Rectangle 31"/>
            <p:cNvSpPr/>
            <p:nvPr/>
          </p:nvSpPr>
          <p:spPr>
            <a:xfrm>
              <a:off x="5181791" y="2362899"/>
              <a:ext cx="580287"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Course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3" name="Shape 1222"/>
            <p:cNvSpPr/>
            <p:nvPr/>
          </p:nvSpPr>
          <p:spPr>
            <a:xfrm>
              <a:off x="3870325" y="3090545"/>
              <a:ext cx="504508" cy="286385"/>
            </a:xfrm>
            <a:custGeom>
              <a:avLst/>
              <a:gdLst/>
              <a:ahLst/>
              <a:cxnLst/>
              <a:rect l="0" t="0" r="0" b="0"/>
              <a:pathLst>
                <a:path w="504508" h="286385">
                  <a:moveTo>
                    <a:pt x="0" y="0"/>
                  </a:moveTo>
                  <a:lnTo>
                    <a:pt x="504508" y="0"/>
                  </a:lnTo>
                  <a:lnTo>
                    <a:pt x="504508" y="9525"/>
                  </a:lnTo>
                  <a:lnTo>
                    <a:pt x="9525" y="9525"/>
                  </a:lnTo>
                  <a:lnTo>
                    <a:pt x="9525" y="276860"/>
                  </a:lnTo>
                  <a:lnTo>
                    <a:pt x="504508" y="276860"/>
                  </a:lnTo>
                  <a:lnTo>
                    <a:pt x="504508" y="286385"/>
                  </a:lnTo>
                  <a:lnTo>
                    <a:pt x="0" y="28638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4" name="Shape 1223"/>
            <p:cNvSpPr/>
            <p:nvPr/>
          </p:nvSpPr>
          <p:spPr>
            <a:xfrm>
              <a:off x="4374833" y="3090545"/>
              <a:ext cx="504508" cy="286385"/>
            </a:xfrm>
            <a:custGeom>
              <a:avLst/>
              <a:gdLst/>
              <a:ahLst/>
              <a:cxnLst/>
              <a:rect l="0" t="0" r="0" b="0"/>
              <a:pathLst>
                <a:path w="504508" h="286385">
                  <a:moveTo>
                    <a:pt x="0" y="0"/>
                  </a:moveTo>
                  <a:lnTo>
                    <a:pt x="504508" y="0"/>
                  </a:lnTo>
                  <a:lnTo>
                    <a:pt x="504508" y="286385"/>
                  </a:lnTo>
                  <a:lnTo>
                    <a:pt x="0" y="286385"/>
                  </a:lnTo>
                  <a:lnTo>
                    <a:pt x="0" y="276860"/>
                  </a:lnTo>
                  <a:lnTo>
                    <a:pt x="494983" y="276860"/>
                  </a:lnTo>
                  <a:lnTo>
                    <a:pt x="494983"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5" name="Rectangle 34"/>
            <p:cNvSpPr/>
            <p:nvPr/>
          </p:nvSpPr>
          <p:spPr>
            <a:xfrm>
              <a:off x="3971722" y="3176702"/>
              <a:ext cx="614743"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College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6" name="Rectangle 35"/>
            <p:cNvSpPr/>
            <p:nvPr/>
          </p:nvSpPr>
          <p:spPr>
            <a:xfrm>
              <a:off x="4468559" y="3176702"/>
              <a:ext cx="376594"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Fees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7" name="Shape 1227"/>
            <p:cNvSpPr/>
            <p:nvPr/>
          </p:nvSpPr>
          <p:spPr>
            <a:xfrm>
              <a:off x="5327015" y="3090545"/>
              <a:ext cx="488633" cy="286385"/>
            </a:xfrm>
            <a:custGeom>
              <a:avLst/>
              <a:gdLst/>
              <a:ahLst/>
              <a:cxnLst/>
              <a:rect l="0" t="0" r="0" b="0"/>
              <a:pathLst>
                <a:path w="488633" h="286385">
                  <a:moveTo>
                    <a:pt x="0" y="0"/>
                  </a:moveTo>
                  <a:lnTo>
                    <a:pt x="488633" y="0"/>
                  </a:lnTo>
                  <a:lnTo>
                    <a:pt x="488633" y="9525"/>
                  </a:lnTo>
                  <a:lnTo>
                    <a:pt x="9525" y="9525"/>
                  </a:lnTo>
                  <a:lnTo>
                    <a:pt x="9525" y="276860"/>
                  </a:lnTo>
                  <a:lnTo>
                    <a:pt x="488633" y="276860"/>
                  </a:lnTo>
                  <a:lnTo>
                    <a:pt x="488633" y="286385"/>
                  </a:lnTo>
                  <a:lnTo>
                    <a:pt x="0" y="28638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8" name="Shape 1228"/>
            <p:cNvSpPr/>
            <p:nvPr/>
          </p:nvSpPr>
          <p:spPr>
            <a:xfrm>
              <a:off x="5815648" y="3090545"/>
              <a:ext cx="488632" cy="286385"/>
            </a:xfrm>
            <a:custGeom>
              <a:avLst/>
              <a:gdLst/>
              <a:ahLst/>
              <a:cxnLst/>
              <a:rect l="0" t="0" r="0" b="0"/>
              <a:pathLst>
                <a:path w="488632" h="286385">
                  <a:moveTo>
                    <a:pt x="0" y="0"/>
                  </a:moveTo>
                  <a:lnTo>
                    <a:pt x="488632" y="0"/>
                  </a:lnTo>
                  <a:lnTo>
                    <a:pt x="488632" y="286385"/>
                  </a:lnTo>
                  <a:lnTo>
                    <a:pt x="0" y="286385"/>
                  </a:lnTo>
                  <a:lnTo>
                    <a:pt x="0" y="276860"/>
                  </a:lnTo>
                  <a:lnTo>
                    <a:pt x="479107" y="276860"/>
                  </a:lnTo>
                  <a:lnTo>
                    <a:pt x="479107"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9" name="Rectangle 38"/>
            <p:cNvSpPr/>
            <p:nvPr/>
          </p:nvSpPr>
          <p:spPr>
            <a:xfrm>
              <a:off x="5497259" y="3176702"/>
              <a:ext cx="456647"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Exam</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40" name="Rectangle 39"/>
            <p:cNvSpPr/>
            <p:nvPr/>
          </p:nvSpPr>
          <p:spPr>
            <a:xfrm>
              <a:off x="5875211" y="3176702"/>
              <a:ext cx="376594"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Fees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41" name="Shape 1231"/>
            <p:cNvSpPr/>
            <p:nvPr/>
          </p:nvSpPr>
          <p:spPr>
            <a:xfrm>
              <a:off x="1323010" y="2415070"/>
              <a:ext cx="329578" cy="76200"/>
            </a:xfrm>
            <a:custGeom>
              <a:avLst/>
              <a:gdLst/>
              <a:ahLst/>
              <a:cxnLst/>
              <a:rect l="0" t="0" r="0" b="0"/>
              <a:pathLst>
                <a:path w="329578" h="76200">
                  <a:moveTo>
                    <a:pt x="253454" y="0"/>
                  </a:moveTo>
                  <a:lnTo>
                    <a:pt x="329578" y="38253"/>
                  </a:lnTo>
                  <a:lnTo>
                    <a:pt x="253302" y="76200"/>
                  </a:lnTo>
                  <a:lnTo>
                    <a:pt x="253368" y="42864"/>
                  </a:lnTo>
                  <a:lnTo>
                    <a:pt x="0" y="42380"/>
                  </a:lnTo>
                  <a:lnTo>
                    <a:pt x="25" y="32855"/>
                  </a:lnTo>
                  <a:lnTo>
                    <a:pt x="253387" y="33339"/>
                  </a:lnTo>
                  <a:lnTo>
                    <a:pt x="253454"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2" name="Shape 1232"/>
            <p:cNvSpPr/>
            <p:nvPr/>
          </p:nvSpPr>
          <p:spPr>
            <a:xfrm>
              <a:off x="1323010" y="755180"/>
              <a:ext cx="329578" cy="76200"/>
            </a:xfrm>
            <a:custGeom>
              <a:avLst/>
              <a:gdLst/>
              <a:ahLst/>
              <a:cxnLst/>
              <a:rect l="0" t="0" r="0" b="0"/>
              <a:pathLst>
                <a:path w="329578" h="76200">
                  <a:moveTo>
                    <a:pt x="253454" y="0"/>
                  </a:moveTo>
                  <a:lnTo>
                    <a:pt x="329578" y="38252"/>
                  </a:lnTo>
                  <a:lnTo>
                    <a:pt x="253302" y="76200"/>
                  </a:lnTo>
                  <a:lnTo>
                    <a:pt x="253368" y="42864"/>
                  </a:lnTo>
                  <a:lnTo>
                    <a:pt x="0" y="42380"/>
                  </a:lnTo>
                  <a:lnTo>
                    <a:pt x="25" y="32855"/>
                  </a:lnTo>
                  <a:lnTo>
                    <a:pt x="253387" y="33339"/>
                  </a:lnTo>
                  <a:lnTo>
                    <a:pt x="253454"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3" name="Shape 11191"/>
            <p:cNvSpPr/>
            <p:nvPr/>
          </p:nvSpPr>
          <p:spPr>
            <a:xfrm>
              <a:off x="1318260" y="792797"/>
              <a:ext cx="9525" cy="1659890"/>
            </a:xfrm>
            <a:custGeom>
              <a:avLst/>
              <a:gdLst/>
              <a:ahLst/>
              <a:cxnLst/>
              <a:rect l="0" t="0" r="0" b="0"/>
              <a:pathLst>
                <a:path w="9525" h="1659890">
                  <a:moveTo>
                    <a:pt x="0" y="0"/>
                  </a:moveTo>
                  <a:lnTo>
                    <a:pt x="9525" y="0"/>
                  </a:lnTo>
                  <a:lnTo>
                    <a:pt x="9525" y="1659890"/>
                  </a:lnTo>
                  <a:lnTo>
                    <a:pt x="0" y="1659890"/>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4" name="Shape 11192"/>
            <p:cNvSpPr/>
            <p:nvPr/>
          </p:nvSpPr>
          <p:spPr>
            <a:xfrm>
              <a:off x="1015048" y="1609090"/>
              <a:ext cx="307975" cy="9525"/>
            </a:xfrm>
            <a:custGeom>
              <a:avLst/>
              <a:gdLst/>
              <a:ahLst/>
              <a:cxnLst/>
              <a:rect l="0" t="0" r="0" b="0"/>
              <a:pathLst>
                <a:path w="307975" h="9525">
                  <a:moveTo>
                    <a:pt x="0" y="0"/>
                  </a:moveTo>
                  <a:lnTo>
                    <a:pt x="307975" y="0"/>
                  </a:lnTo>
                  <a:lnTo>
                    <a:pt x="307975"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5" name="Shape 1236"/>
            <p:cNvSpPr/>
            <p:nvPr/>
          </p:nvSpPr>
          <p:spPr>
            <a:xfrm>
              <a:off x="3263265" y="1050925"/>
              <a:ext cx="547370" cy="317500"/>
            </a:xfrm>
            <a:custGeom>
              <a:avLst/>
              <a:gdLst/>
              <a:ahLst/>
              <a:cxnLst/>
              <a:rect l="0" t="0" r="0" b="0"/>
              <a:pathLst>
                <a:path w="547370" h="317500">
                  <a:moveTo>
                    <a:pt x="0" y="0"/>
                  </a:moveTo>
                  <a:lnTo>
                    <a:pt x="547370" y="0"/>
                  </a:lnTo>
                  <a:lnTo>
                    <a:pt x="547370" y="9525"/>
                  </a:lnTo>
                  <a:lnTo>
                    <a:pt x="9525" y="9525"/>
                  </a:lnTo>
                  <a:lnTo>
                    <a:pt x="9525" y="307975"/>
                  </a:lnTo>
                  <a:lnTo>
                    <a:pt x="547370" y="307975"/>
                  </a:lnTo>
                  <a:lnTo>
                    <a:pt x="547370" y="317500"/>
                  </a:lnTo>
                  <a:lnTo>
                    <a:pt x="0" y="31750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6" name="Shape 1237"/>
            <p:cNvSpPr/>
            <p:nvPr/>
          </p:nvSpPr>
          <p:spPr>
            <a:xfrm>
              <a:off x="3810635" y="1050925"/>
              <a:ext cx="547370" cy="317500"/>
            </a:xfrm>
            <a:custGeom>
              <a:avLst/>
              <a:gdLst/>
              <a:ahLst/>
              <a:cxnLst/>
              <a:rect l="0" t="0" r="0" b="0"/>
              <a:pathLst>
                <a:path w="547370" h="317500">
                  <a:moveTo>
                    <a:pt x="0" y="0"/>
                  </a:moveTo>
                  <a:lnTo>
                    <a:pt x="547370" y="0"/>
                  </a:lnTo>
                  <a:lnTo>
                    <a:pt x="547370" y="317500"/>
                  </a:lnTo>
                  <a:lnTo>
                    <a:pt x="0" y="317500"/>
                  </a:lnTo>
                  <a:lnTo>
                    <a:pt x="0" y="307975"/>
                  </a:lnTo>
                  <a:lnTo>
                    <a:pt x="537845" y="307975"/>
                  </a:lnTo>
                  <a:lnTo>
                    <a:pt x="537845"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7" name="Rectangle 46"/>
            <p:cNvSpPr/>
            <p:nvPr/>
          </p:nvSpPr>
          <p:spPr>
            <a:xfrm>
              <a:off x="3433763" y="1137602"/>
              <a:ext cx="394429"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Staff</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48" name="Rectangle 47"/>
            <p:cNvSpPr/>
            <p:nvPr/>
          </p:nvSpPr>
          <p:spPr>
            <a:xfrm>
              <a:off x="3764471" y="1137602"/>
              <a:ext cx="499212"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salary</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49" name="Shape 1240"/>
            <p:cNvSpPr/>
            <p:nvPr/>
          </p:nvSpPr>
          <p:spPr>
            <a:xfrm>
              <a:off x="4226243" y="126047"/>
              <a:ext cx="382905" cy="76200"/>
            </a:xfrm>
            <a:custGeom>
              <a:avLst/>
              <a:gdLst/>
              <a:ahLst/>
              <a:cxnLst/>
              <a:rect l="0" t="0" r="0" b="0"/>
              <a:pathLst>
                <a:path w="382905" h="76200">
                  <a:moveTo>
                    <a:pt x="306705" y="0"/>
                  </a:moveTo>
                  <a:lnTo>
                    <a:pt x="382905" y="38100"/>
                  </a:lnTo>
                  <a:lnTo>
                    <a:pt x="306705" y="76200"/>
                  </a:lnTo>
                  <a:lnTo>
                    <a:pt x="306705" y="42863"/>
                  </a:lnTo>
                  <a:lnTo>
                    <a:pt x="0" y="42863"/>
                  </a:lnTo>
                  <a:lnTo>
                    <a:pt x="0" y="33338"/>
                  </a:lnTo>
                  <a:lnTo>
                    <a:pt x="306705" y="33338"/>
                  </a:lnTo>
                  <a:lnTo>
                    <a:pt x="30670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0" name="Shape 1241"/>
            <p:cNvSpPr/>
            <p:nvPr/>
          </p:nvSpPr>
          <p:spPr>
            <a:xfrm>
              <a:off x="2981630" y="126441"/>
              <a:ext cx="202578" cy="76200"/>
            </a:xfrm>
            <a:custGeom>
              <a:avLst/>
              <a:gdLst/>
              <a:ahLst/>
              <a:cxnLst/>
              <a:rect l="0" t="0" r="0" b="0"/>
              <a:pathLst>
                <a:path w="202578" h="76200">
                  <a:moveTo>
                    <a:pt x="126492" y="0"/>
                  </a:moveTo>
                  <a:lnTo>
                    <a:pt x="202578" y="38341"/>
                  </a:lnTo>
                  <a:lnTo>
                    <a:pt x="126264" y="76200"/>
                  </a:lnTo>
                  <a:lnTo>
                    <a:pt x="126364" y="42866"/>
                  </a:lnTo>
                  <a:lnTo>
                    <a:pt x="0" y="42469"/>
                  </a:lnTo>
                  <a:lnTo>
                    <a:pt x="26" y="32944"/>
                  </a:lnTo>
                  <a:lnTo>
                    <a:pt x="126392" y="33341"/>
                  </a:lnTo>
                  <a:lnTo>
                    <a:pt x="126492"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1" name="Shape 1242"/>
            <p:cNvSpPr/>
            <p:nvPr/>
          </p:nvSpPr>
          <p:spPr>
            <a:xfrm>
              <a:off x="2976880" y="164147"/>
              <a:ext cx="10160" cy="1010285"/>
            </a:xfrm>
            <a:custGeom>
              <a:avLst/>
              <a:gdLst/>
              <a:ahLst/>
              <a:cxnLst/>
              <a:rect l="0" t="0" r="0" b="0"/>
              <a:pathLst>
                <a:path w="10160" h="1010285">
                  <a:moveTo>
                    <a:pt x="0" y="0"/>
                  </a:moveTo>
                  <a:lnTo>
                    <a:pt x="9525" y="0"/>
                  </a:lnTo>
                  <a:lnTo>
                    <a:pt x="10160" y="1010285"/>
                  </a:lnTo>
                  <a:lnTo>
                    <a:pt x="635" y="101028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2" name="Shape 1243"/>
            <p:cNvSpPr/>
            <p:nvPr/>
          </p:nvSpPr>
          <p:spPr>
            <a:xfrm>
              <a:off x="2982278" y="1136333"/>
              <a:ext cx="276860" cy="76200"/>
            </a:xfrm>
            <a:custGeom>
              <a:avLst/>
              <a:gdLst/>
              <a:ahLst/>
              <a:cxnLst/>
              <a:rect l="0" t="0" r="0" b="0"/>
              <a:pathLst>
                <a:path w="276860" h="76200">
                  <a:moveTo>
                    <a:pt x="200660" y="0"/>
                  </a:moveTo>
                  <a:lnTo>
                    <a:pt x="276860" y="38100"/>
                  </a:lnTo>
                  <a:lnTo>
                    <a:pt x="200660" y="76200"/>
                  </a:lnTo>
                  <a:lnTo>
                    <a:pt x="200660" y="42863"/>
                  </a:lnTo>
                  <a:lnTo>
                    <a:pt x="0" y="42863"/>
                  </a:lnTo>
                  <a:lnTo>
                    <a:pt x="0" y="33338"/>
                  </a:lnTo>
                  <a:lnTo>
                    <a:pt x="200660" y="33338"/>
                  </a:lnTo>
                  <a:lnTo>
                    <a:pt x="20066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3" name="Shape 1244"/>
            <p:cNvSpPr/>
            <p:nvPr/>
          </p:nvSpPr>
          <p:spPr>
            <a:xfrm>
              <a:off x="2716022" y="722630"/>
              <a:ext cx="265811" cy="20320"/>
            </a:xfrm>
            <a:custGeom>
              <a:avLst/>
              <a:gdLst/>
              <a:ahLst/>
              <a:cxnLst/>
              <a:rect l="0" t="0" r="0" b="0"/>
              <a:pathLst>
                <a:path w="265811" h="20320">
                  <a:moveTo>
                    <a:pt x="381" y="0"/>
                  </a:moveTo>
                  <a:lnTo>
                    <a:pt x="265811" y="10795"/>
                  </a:lnTo>
                  <a:lnTo>
                    <a:pt x="265430" y="20320"/>
                  </a:lnTo>
                  <a:lnTo>
                    <a:pt x="0" y="9525"/>
                  </a:lnTo>
                  <a:lnTo>
                    <a:pt x="38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4" name="Shape 1245"/>
            <p:cNvSpPr/>
            <p:nvPr/>
          </p:nvSpPr>
          <p:spPr>
            <a:xfrm>
              <a:off x="2716213" y="2414588"/>
              <a:ext cx="340360" cy="76200"/>
            </a:xfrm>
            <a:custGeom>
              <a:avLst/>
              <a:gdLst/>
              <a:ahLst/>
              <a:cxnLst/>
              <a:rect l="0" t="0" r="0" b="0"/>
              <a:pathLst>
                <a:path w="340360" h="76200">
                  <a:moveTo>
                    <a:pt x="264160" y="0"/>
                  </a:moveTo>
                  <a:lnTo>
                    <a:pt x="340360" y="38100"/>
                  </a:lnTo>
                  <a:lnTo>
                    <a:pt x="264160" y="76200"/>
                  </a:lnTo>
                  <a:lnTo>
                    <a:pt x="264160" y="42863"/>
                  </a:lnTo>
                  <a:lnTo>
                    <a:pt x="0" y="42863"/>
                  </a:lnTo>
                  <a:lnTo>
                    <a:pt x="0" y="33338"/>
                  </a:lnTo>
                  <a:lnTo>
                    <a:pt x="264160" y="33338"/>
                  </a:lnTo>
                  <a:lnTo>
                    <a:pt x="26416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5" name="Shape 1246"/>
            <p:cNvSpPr/>
            <p:nvPr/>
          </p:nvSpPr>
          <p:spPr>
            <a:xfrm>
              <a:off x="4353230" y="2415070"/>
              <a:ext cx="319418" cy="76200"/>
            </a:xfrm>
            <a:custGeom>
              <a:avLst/>
              <a:gdLst/>
              <a:ahLst/>
              <a:cxnLst/>
              <a:rect l="0" t="0" r="0" b="0"/>
              <a:pathLst>
                <a:path w="319418" h="76200">
                  <a:moveTo>
                    <a:pt x="243294" y="0"/>
                  </a:moveTo>
                  <a:lnTo>
                    <a:pt x="319418" y="38253"/>
                  </a:lnTo>
                  <a:lnTo>
                    <a:pt x="243142" y="76200"/>
                  </a:lnTo>
                  <a:lnTo>
                    <a:pt x="243208" y="42863"/>
                  </a:lnTo>
                  <a:lnTo>
                    <a:pt x="0" y="42380"/>
                  </a:lnTo>
                  <a:lnTo>
                    <a:pt x="26" y="32855"/>
                  </a:lnTo>
                  <a:lnTo>
                    <a:pt x="243227" y="33338"/>
                  </a:lnTo>
                  <a:lnTo>
                    <a:pt x="243294"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6" name="Shape 1247"/>
            <p:cNvSpPr/>
            <p:nvPr/>
          </p:nvSpPr>
          <p:spPr>
            <a:xfrm>
              <a:off x="4315143" y="2865438"/>
              <a:ext cx="76200" cy="229870"/>
            </a:xfrm>
            <a:custGeom>
              <a:avLst/>
              <a:gdLst/>
              <a:ahLst/>
              <a:cxnLst/>
              <a:rect l="0" t="0" r="0" b="0"/>
              <a:pathLst>
                <a:path w="76200" h="229870">
                  <a:moveTo>
                    <a:pt x="33338" y="0"/>
                  </a:moveTo>
                  <a:lnTo>
                    <a:pt x="42863" y="0"/>
                  </a:lnTo>
                  <a:lnTo>
                    <a:pt x="42863" y="153670"/>
                  </a:lnTo>
                  <a:lnTo>
                    <a:pt x="76200" y="153670"/>
                  </a:lnTo>
                  <a:lnTo>
                    <a:pt x="38100" y="229870"/>
                  </a:lnTo>
                  <a:lnTo>
                    <a:pt x="0" y="153670"/>
                  </a:lnTo>
                  <a:lnTo>
                    <a:pt x="33338" y="153670"/>
                  </a:lnTo>
                  <a:lnTo>
                    <a:pt x="3333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7" name="Shape 11193"/>
            <p:cNvSpPr/>
            <p:nvPr/>
          </p:nvSpPr>
          <p:spPr>
            <a:xfrm>
              <a:off x="4353243" y="2860675"/>
              <a:ext cx="1478280" cy="9525"/>
            </a:xfrm>
            <a:custGeom>
              <a:avLst/>
              <a:gdLst/>
              <a:ahLst/>
              <a:cxnLst/>
              <a:rect l="0" t="0" r="0" b="0"/>
              <a:pathLst>
                <a:path w="1478280" h="9525">
                  <a:moveTo>
                    <a:pt x="0" y="0"/>
                  </a:moveTo>
                  <a:lnTo>
                    <a:pt x="1478280" y="0"/>
                  </a:lnTo>
                  <a:lnTo>
                    <a:pt x="147828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8" name="Shape 1249"/>
            <p:cNvSpPr/>
            <p:nvPr/>
          </p:nvSpPr>
          <p:spPr>
            <a:xfrm>
              <a:off x="5793423" y="2865438"/>
              <a:ext cx="76200" cy="229870"/>
            </a:xfrm>
            <a:custGeom>
              <a:avLst/>
              <a:gdLst/>
              <a:ahLst/>
              <a:cxnLst/>
              <a:rect l="0" t="0" r="0" b="0"/>
              <a:pathLst>
                <a:path w="76200" h="229870">
                  <a:moveTo>
                    <a:pt x="33338" y="0"/>
                  </a:moveTo>
                  <a:lnTo>
                    <a:pt x="42863" y="0"/>
                  </a:lnTo>
                  <a:lnTo>
                    <a:pt x="42863" y="153670"/>
                  </a:lnTo>
                  <a:lnTo>
                    <a:pt x="76200" y="153670"/>
                  </a:lnTo>
                  <a:lnTo>
                    <a:pt x="38100" y="229870"/>
                  </a:lnTo>
                  <a:lnTo>
                    <a:pt x="0" y="153670"/>
                  </a:lnTo>
                  <a:lnTo>
                    <a:pt x="33338" y="153670"/>
                  </a:lnTo>
                  <a:lnTo>
                    <a:pt x="3333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9" name="Shape 1250"/>
            <p:cNvSpPr/>
            <p:nvPr/>
          </p:nvSpPr>
          <p:spPr>
            <a:xfrm>
              <a:off x="5125085" y="2610155"/>
              <a:ext cx="10160" cy="255295"/>
            </a:xfrm>
            <a:custGeom>
              <a:avLst/>
              <a:gdLst/>
              <a:ahLst/>
              <a:cxnLst/>
              <a:rect l="0" t="0" r="0" b="0"/>
              <a:pathLst>
                <a:path w="10160" h="255295">
                  <a:moveTo>
                    <a:pt x="9525" y="0"/>
                  </a:moveTo>
                  <a:lnTo>
                    <a:pt x="10160" y="255270"/>
                  </a:lnTo>
                  <a:lnTo>
                    <a:pt x="635" y="255295"/>
                  </a:lnTo>
                  <a:lnTo>
                    <a:pt x="0" y="25"/>
                  </a:lnTo>
                  <a:lnTo>
                    <a:pt x="952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0" name="Shape 1252"/>
            <p:cNvSpPr/>
            <p:nvPr/>
          </p:nvSpPr>
          <p:spPr>
            <a:xfrm>
              <a:off x="4732020" y="3785235"/>
              <a:ext cx="456248" cy="296545"/>
            </a:xfrm>
            <a:custGeom>
              <a:avLst/>
              <a:gdLst/>
              <a:ahLst/>
              <a:cxnLst/>
              <a:rect l="0" t="0" r="0" b="0"/>
              <a:pathLst>
                <a:path w="456248" h="296545">
                  <a:moveTo>
                    <a:pt x="0" y="0"/>
                  </a:moveTo>
                  <a:lnTo>
                    <a:pt x="456248" y="0"/>
                  </a:lnTo>
                  <a:lnTo>
                    <a:pt x="456248" y="9525"/>
                  </a:lnTo>
                  <a:lnTo>
                    <a:pt x="9525" y="9525"/>
                  </a:lnTo>
                  <a:lnTo>
                    <a:pt x="9525" y="287020"/>
                  </a:lnTo>
                  <a:lnTo>
                    <a:pt x="456248" y="287020"/>
                  </a:lnTo>
                  <a:lnTo>
                    <a:pt x="456248" y="296545"/>
                  </a:lnTo>
                  <a:lnTo>
                    <a:pt x="0" y="29654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1" name="Shape 1253"/>
            <p:cNvSpPr/>
            <p:nvPr/>
          </p:nvSpPr>
          <p:spPr>
            <a:xfrm>
              <a:off x="5188268" y="3785235"/>
              <a:ext cx="456247" cy="296545"/>
            </a:xfrm>
            <a:custGeom>
              <a:avLst/>
              <a:gdLst/>
              <a:ahLst/>
              <a:cxnLst/>
              <a:rect l="0" t="0" r="0" b="0"/>
              <a:pathLst>
                <a:path w="456247" h="296545">
                  <a:moveTo>
                    <a:pt x="0" y="0"/>
                  </a:moveTo>
                  <a:lnTo>
                    <a:pt x="456247" y="0"/>
                  </a:lnTo>
                  <a:lnTo>
                    <a:pt x="456247" y="296545"/>
                  </a:lnTo>
                  <a:lnTo>
                    <a:pt x="0" y="296545"/>
                  </a:lnTo>
                  <a:lnTo>
                    <a:pt x="0" y="287020"/>
                  </a:lnTo>
                  <a:lnTo>
                    <a:pt x="446722" y="287020"/>
                  </a:lnTo>
                  <a:lnTo>
                    <a:pt x="446722"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2" name="Rectangle 61"/>
            <p:cNvSpPr/>
            <p:nvPr/>
          </p:nvSpPr>
          <p:spPr>
            <a:xfrm>
              <a:off x="4901362" y="3871659"/>
              <a:ext cx="749125" cy="202692"/>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200" b="1">
                  <a:solidFill>
                    <a:srgbClr val="000000"/>
                  </a:solidFill>
                  <a:effectLst/>
                  <a:latin typeface="Calibri" panose="020F0502020204030204" pitchFamily="34" charset="0"/>
                  <a:ea typeface="Calibri" panose="020F0502020204030204" pitchFamily="34" charset="0"/>
                  <a:cs typeface="Cambria" panose="02040503050406030204" pitchFamily="18" charset="0"/>
                </a:rPr>
                <a:t>Payment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63" name="Shape 11194"/>
            <p:cNvSpPr/>
            <p:nvPr/>
          </p:nvSpPr>
          <p:spPr>
            <a:xfrm>
              <a:off x="4348480" y="3372168"/>
              <a:ext cx="9525" cy="194945"/>
            </a:xfrm>
            <a:custGeom>
              <a:avLst/>
              <a:gdLst/>
              <a:ahLst/>
              <a:cxnLst/>
              <a:rect l="0" t="0" r="0" b="0"/>
              <a:pathLst>
                <a:path w="9525" h="194945">
                  <a:moveTo>
                    <a:pt x="0" y="0"/>
                  </a:moveTo>
                  <a:lnTo>
                    <a:pt x="9525" y="0"/>
                  </a:lnTo>
                  <a:lnTo>
                    <a:pt x="9525" y="194945"/>
                  </a:lnTo>
                  <a:lnTo>
                    <a:pt x="0" y="19494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4" name="Shape 11195"/>
            <p:cNvSpPr/>
            <p:nvPr/>
          </p:nvSpPr>
          <p:spPr>
            <a:xfrm>
              <a:off x="5826760" y="3372168"/>
              <a:ext cx="9525" cy="194945"/>
            </a:xfrm>
            <a:custGeom>
              <a:avLst/>
              <a:gdLst/>
              <a:ahLst/>
              <a:cxnLst/>
              <a:rect l="0" t="0" r="0" b="0"/>
              <a:pathLst>
                <a:path w="9525" h="194945">
                  <a:moveTo>
                    <a:pt x="0" y="0"/>
                  </a:moveTo>
                  <a:lnTo>
                    <a:pt x="9525" y="0"/>
                  </a:lnTo>
                  <a:lnTo>
                    <a:pt x="9525" y="194945"/>
                  </a:lnTo>
                  <a:lnTo>
                    <a:pt x="0" y="19494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5" name="Shape 11196"/>
            <p:cNvSpPr/>
            <p:nvPr/>
          </p:nvSpPr>
          <p:spPr>
            <a:xfrm>
              <a:off x="4353243" y="3562350"/>
              <a:ext cx="1478280" cy="9525"/>
            </a:xfrm>
            <a:custGeom>
              <a:avLst/>
              <a:gdLst/>
              <a:ahLst/>
              <a:cxnLst/>
              <a:rect l="0" t="0" r="0" b="0"/>
              <a:pathLst>
                <a:path w="1478280" h="9525">
                  <a:moveTo>
                    <a:pt x="0" y="0"/>
                  </a:moveTo>
                  <a:lnTo>
                    <a:pt x="1478280" y="0"/>
                  </a:lnTo>
                  <a:lnTo>
                    <a:pt x="147828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6" name="Shape 1258"/>
            <p:cNvSpPr/>
            <p:nvPr/>
          </p:nvSpPr>
          <p:spPr>
            <a:xfrm>
              <a:off x="5092383" y="3567113"/>
              <a:ext cx="76200" cy="222885"/>
            </a:xfrm>
            <a:custGeom>
              <a:avLst/>
              <a:gdLst/>
              <a:ahLst/>
              <a:cxnLst/>
              <a:rect l="0" t="0" r="0" b="0"/>
              <a:pathLst>
                <a:path w="76200" h="222885">
                  <a:moveTo>
                    <a:pt x="33338" y="0"/>
                  </a:moveTo>
                  <a:lnTo>
                    <a:pt x="42863" y="0"/>
                  </a:lnTo>
                  <a:lnTo>
                    <a:pt x="42863" y="146685"/>
                  </a:lnTo>
                  <a:lnTo>
                    <a:pt x="76200" y="146685"/>
                  </a:lnTo>
                  <a:lnTo>
                    <a:pt x="38100" y="222885"/>
                  </a:lnTo>
                  <a:lnTo>
                    <a:pt x="0" y="146685"/>
                  </a:lnTo>
                  <a:lnTo>
                    <a:pt x="33338" y="146685"/>
                  </a:lnTo>
                  <a:lnTo>
                    <a:pt x="3333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Flow Diagram</a:t>
            </a:r>
            <a:endParaRPr lang="en-US" dirty="0"/>
          </a:p>
        </p:txBody>
      </p:sp>
      <p:grpSp>
        <p:nvGrpSpPr>
          <p:cNvPr id="4" name="Content Placeholder 3"/>
          <p:cNvGrpSpPr>
            <a:grpSpLocks noGrp="1"/>
          </p:cNvGrpSpPr>
          <p:nvPr/>
        </p:nvGrpSpPr>
        <p:grpSpPr>
          <a:xfrm>
            <a:off x="457200" y="1752600"/>
            <a:ext cx="8229600" cy="4525963"/>
            <a:chOff x="0" y="0"/>
            <a:chExt cx="5341938" cy="1983918"/>
          </a:xfrm>
        </p:grpSpPr>
        <p:sp>
          <p:nvSpPr>
            <p:cNvPr id="5" name="Rectangle 4"/>
            <p:cNvSpPr/>
            <p:nvPr/>
          </p:nvSpPr>
          <p:spPr>
            <a:xfrm>
              <a:off x="0" y="1746599"/>
              <a:ext cx="713839"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endParaRPr lang="en-GB" sz="1400"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6" name="Shape 1316"/>
            <p:cNvSpPr/>
            <p:nvPr/>
          </p:nvSpPr>
          <p:spPr>
            <a:xfrm>
              <a:off x="303848" y="244475"/>
              <a:ext cx="499110" cy="349885"/>
            </a:xfrm>
            <a:custGeom>
              <a:avLst/>
              <a:gdLst/>
              <a:ahLst/>
              <a:cxnLst/>
              <a:rect l="0" t="0" r="0" b="0"/>
              <a:pathLst>
                <a:path w="499110" h="349885">
                  <a:moveTo>
                    <a:pt x="0" y="0"/>
                  </a:moveTo>
                  <a:lnTo>
                    <a:pt x="499110" y="0"/>
                  </a:lnTo>
                  <a:lnTo>
                    <a:pt x="499110" y="9525"/>
                  </a:lnTo>
                  <a:lnTo>
                    <a:pt x="9525" y="9525"/>
                  </a:lnTo>
                  <a:lnTo>
                    <a:pt x="9525" y="340360"/>
                  </a:lnTo>
                  <a:lnTo>
                    <a:pt x="499110" y="340360"/>
                  </a:lnTo>
                  <a:lnTo>
                    <a:pt x="499110" y="349885"/>
                  </a:lnTo>
                  <a:lnTo>
                    <a:pt x="0" y="349885"/>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7" name="Shape 1317"/>
            <p:cNvSpPr/>
            <p:nvPr/>
          </p:nvSpPr>
          <p:spPr>
            <a:xfrm>
              <a:off x="802958" y="244475"/>
              <a:ext cx="499110" cy="349885"/>
            </a:xfrm>
            <a:custGeom>
              <a:avLst/>
              <a:gdLst/>
              <a:ahLst/>
              <a:cxnLst/>
              <a:rect l="0" t="0" r="0" b="0"/>
              <a:pathLst>
                <a:path w="499110" h="349885">
                  <a:moveTo>
                    <a:pt x="0" y="0"/>
                  </a:moveTo>
                  <a:lnTo>
                    <a:pt x="499110" y="0"/>
                  </a:lnTo>
                  <a:lnTo>
                    <a:pt x="499110" y="349885"/>
                  </a:lnTo>
                  <a:lnTo>
                    <a:pt x="0" y="349885"/>
                  </a:lnTo>
                  <a:lnTo>
                    <a:pt x="0" y="340360"/>
                  </a:lnTo>
                  <a:lnTo>
                    <a:pt x="489585" y="340360"/>
                  </a:lnTo>
                  <a:lnTo>
                    <a:pt x="489585" y="9525"/>
                  </a:lnTo>
                  <a:lnTo>
                    <a:pt x="0" y="9525"/>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8" name="Rectangle 7"/>
            <p:cNvSpPr/>
            <p:nvPr/>
          </p:nvSpPr>
          <p:spPr>
            <a:xfrm>
              <a:off x="565404" y="335362"/>
              <a:ext cx="648094"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b="1" dirty="0">
                  <a:solidFill>
                    <a:srgbClr val="000000"/>
                  </a:solidFill>
                  <a:effectLst/>
                  <a:latin typeface="Calibri" panose="020F0502020204030204" pitchFamily="34" charset="0"/>
                  <a:ea typeface="Calibri" panose="020F0502020204030204" pitchFamily="34" charset="0"/>
                  <a:cs typeface="Cambria" panose="02040503050406030204" pitchFamily="18" charset="0"/>
                </a:rPr>
                <a:t>Admin</a:t>
              </a:r>
              <a:endParaRPr lang="en-GB"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9" name="Shape 1320"/>
            <p:cNvSpPr/>
            <p:nvPr/>
          </p:nvSpPr>
          <p:spPr>
            <a:xfrm>
              <a:off x="2132648" y="0"/>
              <a:ext cx="653098" cy="742950"/>
            </a:xfrm>
            <a:custGeom>
              <a:avLst/>
              <a:gdLst/>
              <a:ahLst/>
              <a:cxnLst/>
              <a:rect l="0" t="0" r="0" b="0"/>
              <a:pathLst>
                <a:path w="653098" h="742950">
                  <a:moveTo>
                    <a:pt x="653098" y="0"/>
                  </a:moveTo>
                  <a:lnTo>
                    <a:pt x="653098" y="9525"/>
                  </a:lnTo>
                  <a:lnTo>
                    <a:pt x="636397" y="9639"/>
                  </a:lnTo>
                  <a:lnTo>
                    <a:pt x="636461" y="9639"/>
                  </a:lnTo>
                  <a:lnTo>
                    <a:pt x="619836" y="9995"/>
                  </a:lnTo>
                  <a:lnTo>
                    <a:pt x="619900" y="9995"/>
                  </a:lnTo>
                  <a:lnTo>
                    <a:pt x="603390" y="10592"/>
                  </a:lnTo>
                  <a:lnTo>
                    <a:pt x="603453" y="10592"/>
                  </a:lnTo>
                  <a:lnTo>
                    <a:pt x="587045" y="11417"/>
                  </a:lnTo>
                  <a:lnTo>
                    <a:pt x="587121" y="11405"/>
                  </a:lnTo>
                  <a:lnTo>
                    <a:pt x="570827" y="12459"/>
                  </a:lnTo>
                  <a:lnTo>
                    <a:pt x="570903" y="12459"/>
                  </a:lnTo>
                  <a:lnTo>
                    <a:pt x="554736" y="13741"/>
                  </a:lnTo>
                  <a:lnTo>
                    <a:pt x="554812" y="13729"/>
                  </a:lnTo>
                  <a:lnTo>
                    <a:pt x="538772" y="15227"/>
                  </a:lnTo>
                  <a:lnTo>
                    <a:pt x="538848" y="15227"/>
                  </a:lnTo>
                  <a:lnTo>
                    <a:pt x="522948" y="16942"/>
                  </a:lnTo>
                  <a:lnTo>
                    <a:pt x="523011" y="16942"/>
                  </a:lnTo>
                  <a:lnTo>
                    <a:pt x="507263" y="18885"/>
                  </a:lnTo>
                  <a:lnTo>
                    <a:pt x="507327" y="18872"/>
                  </a:lnTo>
                  <a:lnTo>
                    <a:pt x="491719" y="21031"/>
                  </a:lnTo>
                  <a:lnTo>
                    <a:pt x="491795" y="21018"/>
                  </a:lnTo>
                  <a:lnTo>
                    <a:pt x="476331" y="23380"/>
                  </a:lnTo>
                  <a:lnTo>
                    <a:pt x="461099" y="25946"/>
                  </a:lnTo>
                  <a:lnTo>
                    <a:pt x="461162" y="25933"/>
                  </a:lnTo>
                  <a:lnTo>
                    <a:pt x="446011" y="28715"/>
                  </a:lnTo>
                  <a:lnTo>
                    <a:pt x="446087" y="28702"/>
                  </a:lnTo>
                  <a:lnTo>
                    <a:pt x="431170" y="31675"/>
                  </a:lnTo>
                  <a:lnTo>
                    <a:pt x="416369" y="34849"/>
                  </a:lnTo>
                  <a:lnTo>
                    <a:pt x="416446" y="34836"/>
                  </a:lnTo>
                  <a:lnTo>
                    <a:pt x="401802" y="38227"/>
                  </a:lnTo>
                  <a:lnTo>
                    <a:pt x="401879" y="38202"/>
                  </a:lnTo>
                  <a:lnTo>
                    <a:pt x="387426" y="41783"/>
                  </a:lnTo>
                  <a:lnTo>
                    <a:pt x="387503" y="41758"/>
                  </a:lnTo>
                  <a:lnTo>
                    <a:pt x="373227" y="45529"/>
                  </a:lnTo>
                  <a:lnTo>
                    <a:pt x="373304" y="45504"/>
                  </a:lnTo>
                  <a:lnTo>
                    <a:pt x="359232" y="49466"/>
                  </a:lnTo>
                  <a:lnTo>
                    <a:pt x="359309" y="49441"/>
                  </a:lnTo>
                  <a:lnTo>
                    <a:pt x="345427" y="53581"/>
                  </a:lnTo>
                  <a:lnTo>
                    <a:pt x="345504" y="53568"/>
                  </a:lnTo>
                  <a:lnTo>
                    <a:pt x="331826" y="57887"/>
                  </a:lnTo>
                  <a:lnTo>
                    <a:pt x="331889" y="57861"/>
                  </a:lnTo>
                  <a:lnTo>
                    <a:pt x="318503" y="62344"/>
                  </a:lnTo>
                  <a:lnTo>
                    <a:pt x="305232" y="67031"/>
                  </a:lnTo>
                  <a:lnTo>
                    <a:pt x="305308" y="66992"/>
                  </a:lnTo>
                  <a:lnTo>
                    <a:pt x="292265" y="71856"/>
                  </a:lnTo>
                  <a:lnTo>
                    <a:pt x="292341" y="71831"/>
                  </a:lnTo>
                  <a:lnTo>
                    <a:pt x="279527" y="76848"/>
                  </a:lnTo>
                  <a:lnTo>
                    <a:pt x="279603" y="76822"/>
                  </a:lnTo>
                  <a:lnTo>
                    <a:pt x="267005" y="82017"/>
                  </a:lnTo>
                  <a:lnTo>
                    <a:pt x="267081" y="81978"/>
                  </a:lnTo>
                  <a:lnTo>
                    <a:pt x="254724" y="87350"/>
                  </a:lnTo>
                  <a:lnTo>
                    <a:pt x="254800" y="87313"/>
                  </a:lnTo>
                  <a:lnTo>
                    <a:pt x="242671" y="92837"/>
                  </a:lnTo>
                  <a:lnTo>
                    <a:pt x="242748" y="92799"/>
                  </a:lnTo>
                  <a:lnTo>
                    <a:pt x="230861" y="98489"/>
                  </a:lnTo>
                  <a:lnTo>
                    <a:pt x="230949" y="98438"/>
                  </a:lnTo>
                  <a:lnTo>
                    <a:pt x="219303" y="104280"/>
                  </a:lnTo>
                  <a:lnTo>
                    <a:pt x="219393" y="104242"/>
                  </a:lnTo>
                  <a:lnTo>
                    <a:pt x="208001" y="110236"/>
                  </a:lnTo>
                  <a:lnTo>
                    <a:pt x="208089" y="110198"/>
                  </a:lnTo>
                  <a:lnTo>
                    <a:pt x="196977" y="116331"/>
                  </a:lnTo>
                  <a:lnTo>
                    <a:pt x="186169" y="122581"/>
                  </a:lnTo>
                  <a:lnTo>
                    <a:pt x="186258" y="122530"/>
                  </a:lnTo>
                  <a:lnTo>
                    <a:pt x="175666" y="128981"/>
                  </a:lnTo>
                  <a:lnTo>
                    <a:pt x="175743" y="128918"/>
                  </a:lnTo>
                  <a:lnTo>
                    <a:pt x="165417" y="135509"/>
                  </a:lnTo>
                  <a:lnTo>
                    <a:pt x="165506" y="135446"/>
                  </a:lnTo>
                  <a:lnTo>
                    <a:pt x="155461" y="142177"/>
                  </a:lnTo>
                  <a:lnTo>
                    <a:pt x="155550" y="142113"/>
                  </a:lnTo>
                  <a:lnTo>
                    <a:pt x="145836" y="148934"/>
                  </a:lnTo>
                  <a:lnTo>
                    <a:pt x="136385" y="155892"/>
                  </a:lnTo>
                  <a:lnTo>
                    <a:pt x="136487" y="155829"/>
                  </a:lnTo>
                  <a:lnTo>
                    <a:pt x="127292" y="162954"/>
                  </a:lnTo>
                  <a:lnTo>
                    <a:pt x="127394" y="162878"/>
                  </a:lnTo>
                  <a:lnTo>
                    <a:pt x="118515" y="170120"/>
                  </a:lnTo>
                  <a:lnTo>
                    <a:pt x="110095" y="177357"/>
                  </a:lnTo>
                  <a:lnTo>
                    <a:pt x="101816" y="184848"/>
                  </a:lnTo>
                  <a:lnTo>
                    <a:pt x="101917" y="184760"/>
                  </a:lnTo>
                  <a:lnTo>
                    <a:pt x="93970" y="192365"/>
                  </a:lnTo>
                  <a:lnTo>
                    <a:pt x="86398" y="200025"/>
                  </a:lnTo>
                  <a:lnTo>
                    <a:pt x="86500" y="199923"/>
                  </a:lnTo>
                  <a:lnTo>
                    <a:pt x="79172" y="207772"/>
                  </a:lnTo>
                  <a:lnTo>
                    <a:pt x="79273" y="207670"/>
                  </a:lnTo>
                  <a:lnTo>
                    <a:pt x="72276" y="215633"/>
                  </a:lnTo>
                  <a:lnTo>
                    <a:pt x="72365" y="215519"/>
                  </a:lnTo>
                  <a:lnTo>
                    <a:pt x="65710" y="223596"/>
                  </a:lnTo>
                  <a:lnTo>
                    <a:pt x="65799" y="223469"/>
                  </a:lnTo>
                  <a:lnTo>
                    <a:pt x="59474" y="231648"/>
                  </a:lnTo>
                  <a:lnTo>
                    <a:pt x="59576" y="231521"/>
                  </a:lnTo>
                  <a:lnTo>
                    <a:pt x="53594" y="239801"/>
                  </a:lnTo>
                  <a:lnTo>
                    <a:pt x="53683" y="239662"/>
                  </a:lnTo>
                  <a:lnTo>
                    <a:pt x="48083" y="248005"/>
                  </a:lnTo>
                  <a:lnTo>
                    <a:pt x="42875" y="256375"/>
                  </a:lnTo>
                  <a:lnTo>
                    <a:pt x="42951" y="256235"/>
                  </a:lnTo>
                  <a:lnTo>
                    <a:pt x="38036" y="264795"/>
                  </a:lnTo>
                  <a:lnTo>
                    <a:pt x="38125" y="264643"/>
                  </a:lnTo>
                  <a:lnTo>
                    <a:pt x="33566" y="273304"/>
                  </a:lnTo>
                  <a:lnTo>
                    <a:pt x="33655" y="273139"/>
                  </a:lnTo>
                  <a:lnTo>
                    <a:pt x="29464" y="281889"/>
                  </a:lnTo>
                  <a:lnTo>
                    <a:pt x="29540" y="281712"/>
                  </a:lnTo>
                  <a:lnTo>
                    <a:pt x="25743" y="290550"/>
                  </a:lnTo>
                  <a:lnTo>
                    <a:pt x="25806" y="290373"/>
                  </a:lnTo>
                  <a:lnTo>
                    <a:pt x="22406" y="299202"/>
                  </a:lnTo>
                  <a:lnTo>
                    <a:pt x="19406" y="308089"/>
                  </a:lnTo>
                  <a:lnTo>
                    <a:pt x="19456" y="307899"/>
                  </a:lnTo>
                  <a:lnTo>
                    <a:pt x="16825" y="316888"/>
                  </a:lnTo>
                  <a:lnTo>
                    <a:pt x="14592" y="325907"/>
                  </a:lnTo>
                  <a:lnTo>
                    <a:pt x="14643" y="325717"/>
                  </a:lnTo>
                  <a:lnTo>
                    <a:pt x="12804" y="334789"/>
                  </a:lnTo>
                  <a:lnTo>
                    <a:pt x="11354" y="344005"/>
                  </a:lnTo>
                  <a:lnTo>
                    <a:pt x="11392" y="343789"/>
                  </a:lnTo>
                  <a:lnTo>
                    <a:pt x="10338" y="353136"/>
                  </a:lnTo>
                  <a:lnTo>
                    <a:pt x="10363" y="352920"/>
                  </a:lnTo>
                  <a:lnTo>
                    <a:pt x="9740" y="362155"/>
                  </a:lnTo>
                  <a:lnTo>
                    <a:pt x="9527" y="371475"/>
                  </a:lnTo>
                  <a:lnTo>
                    <a:pt x="9740" y="380795"/>
                  </a:lnTo>
                  <a:lnTo>
                    <a:pt x="10363" y="390030"/>
                  </a:lnTo>
                  <a:lnTo>
                    <a:pt x="10338" y="389814"/>
                  </a:lnTo>
                  <a:lnTo>
                    <a:pt x="11392" y="399161"/>
                  </a:lnTo>
                  <a:lnTo>
                    <a:pt x="11354" y="398945"/>
                  </a:lnTo>
                  <a:lnTo>
                    <a:pt x="12804" y="408161"/>
                  </a:lnTo>
                  <a:lnTo>
                    <a:pt x="14643" y="417233"/>
                  </a:lnTo>
                  <a:lnTo>
                    <a:pt x="14592" y="417043"/>
                  </a:lnTo>
                  <a:lnTo>
                    <a:pt x="16825" y="426062"/>
                  </a:lnTo>
                  <a:lnTo>
                    <a:pt x="19456" y="435051"/>
                  </a:lnTo>
                  <a:lnTo>
                    <a:pt x="19406" y="434861"/>
                  </a:lnTo>
                  <a:lnTo>
                    <a:pt x="22406" y="443748"/>
                  </a:lnTo>
                  <a:lnTo>
                    <a:pt x="25806" y="452577"/>
                  </a:lnTo>
                  <a:lnTo>
                    <a:pt x="25743" y="452400"/>
                  </a:lnTo>
                  <a:lnTo>
                    <a:pt x="29540" y="461239"/>
                  </a:lnTo>
                  <a:lnTo>
                    <a:pt x="29464" y="461061"/>
                  </a:lnTo>
                  <a:lnTo>
                    <a:pt x="33655" y="469811"/>
                  </a:lnTo>
                  <a:lnTo>
                    <a:pt x="33566" y="469646"/>
                  </a:lnTo>
                  <a:lnTo>
                    <a:pt x="38125" y="478307"/>
                  </a:lnTo>
                  <a:lnTo>
                    <a:pt x="38036" y="478155"/>
                  </a:lnTo>
                  <a:lnTo>
                    <a:pt x="42951" y="486715"/>
                  </a:lnTo>
                  <a:lnTo>
                    <a:pt x="42875" y="486575"/>
                  </a:lnTo>
                  <a:lnTo>
                    <a:pt x="48083" y="494945"/>
                  </a:lnTo>
                  <a:lnTo>
                    <a:pt x="53683" y="503288"/>
                  </a:lnTo>
                  <a:lnTo>
                    <a:pt x="53594" y="503149"/>
                  </a:lnTo>
                  <a:lnTo>
                    <a:pt x="59576" y="511429"/>
                  </a:lnTo>
                  <a:lnTo>
                    <a:pt x="59474" y="511302"/>
                  </a:lnTo>
                  <a:lnTo>
                    <a:pt x="65799" y="519481"/>
                  </a:lnTo>
                  <a:lnTo>
                    <a:pt x="65710" y="519354"/>
                  </a:lnTo>
                  <a:lnTo>
                    <a:pt x="72365" y="527431"/>
                  </a:lnTo>
                  <a:lnTo>
                    <a:pt x="72276" y="527317"/>
                  </a:lnTo>
                  <a:lnTo>
                    <a:pt x="79273" y="535280"/>
                  </a:lnTo>
                  <a:lnTo>
                    <a:pt x="79172" y="535178"/>
                  </a:lnTo>
                  <a:lnTo>
                    <a:pt x="86500" y="543027"/>
                  </a:lnTo>
                  <a:lnTo>
                    <a:pt x="86398" y="542925"/>
                  </a:lnTo>
                  <a:lnTo>
                    <a:pt x="93970" y="550585"/>
                  </a:lnTo>
                  <a:lnTo>
                    <a:pt x="101917" y="558190"/>
                  </a:lnTo>
                  <a:lnTo>
                    <a:pt x="101816" y="558102"/>
                  </a:lnTo>
                  <a:lnTo>
                    <a:pt x="110095" y="565593"/>
                  </a:lnTo>
                  <a:lnTo>
                    <a:pt x="118515" y="572830"/>
                  </a:lnTo>
                  <a:lnTo>
                    <a:pt x="127394" y="580072"/>
                  </a:lnTo>
                  <a:lnTo>
                    <a:pt x="127292" y="579996"/>
                  </a:lnTo>
                  <a:lnTo>
                    <a:pt x="136487" y="587121"/>
                  </a:lnTo>
                  <a:lnTo>
                    <a:pt x="136385" y="587058"/>
                  </a:lnTo>
                  <a:lnTo>
                    <a:pt x="145836" y="594016"/>
                  </a:lnTo>
                  <a:lnTo>
                    <a:pt x="155550" y="600837"/>
                  </a:lnTo>
                  <a:lnTo>
                    <a:pt x="155461" y="600773"/>
                  </a:lnTo>
                  <a:lnTo>
                    <a:pt x="165506" y="607504"/>
                  </a:lnTo>
                  <a:lnTo>
                    <a:pt x="165417" y="607441"/>
                  </a:lnTo>
                  <a:lnTo>
                    <a:pt x="175743" y="614032"/>
                  </a:lnTo>
                  <a:lnTo>
                    <a:pt x="175666" y="613969"/>
                  </a:lnTo>
                  <a:lnTo>
                    <a:pt x="186258" y="620420"/>
                  </a:lnTo>
                  <a:lnTo>
                    <a:pt x="186169" y="620370"/>
                  </a:lnTo>
                  <a:lnTo>
                    <a:pt x="196977" y="626619"/>
                  </a:lnTo>
                  <a:lnTo>
                    <a:pt x="208089" y="632752"/>
                  </a:lnTo>
                  <a:lnTo>
                    <a:pt x="208001" y="632714"/>
                  </a:lnTo>
                  <a:lnTo>
                    <a:pt x="219393" y="638708"/>
                  </a:lnTo>
                  <a:lnTo>
                    <a:pt x="219303" y="638670"/>
                  </a:lnTo>
                  <a:lnTo>
                    <a:pt x="230949" y="644512"/>
                  </a:lnTo>
                  <a:lnTo>
                    <a:pt x="230861" y="644461"/>
                  </a:lnTo>
                  <a:lnTo>
                    <a:pt x="242748" y="650151"/>
                  </a:lnTo>
                  <a:lnTo>
                    <a:pt x="242671" y="650113"/>
                  </a:lnTo>
                  <a:lnTo>
                    <a:pt x="254800" y="655638"/>
                  </a:lnTo>
                  <a:lnTo>
                    <a:pt x="254724" y="655600"/>
                  </a:lnTo>
                  <a:lnTo>
                    <a:pt x="267081" y="660972"/>
                  </a:lnTo>
                  <a:lnTo>
                    <a:pt x="267005" y="660933"/>
                  </a:lnTo>
                  <a:lnTo>
                    <a:pt x="279603" y="666128"/>
                  </a:lnTo>
                  <a:lnTo>
                    <a:pt x="279527" y="666102"/>
                  </a:lnTo>
                  <a:lnTo>
                    <a:pt x="292341" y="671119"/>
                  </a:lnTo>
                  <a:lnTo>
                    <a:pt x="292265" y="671094"/>
                  </a:lnTo>
                  <a:lnTo>
                    <a:pt x="305308" y="675958"/>
                  </a:lnTo>
                  <a:lnTo>
                    <a:pt x="305232" y="675919"/>
                  </a:lnTo>
                  <a:lnTo>
                    <a:pt x="318503" y="680606"/>
                  </a:lnTo>
                  <a:lnTo>
                    <a:pt x="331889" y="685089"/>
                  </a:lnTo>
                  <a:lnTo>
                    <a:pt x="331826" y="685063"/>
                  </a:lnTo>
                  <a:lnTo>
                    <a:pt x="345504" y="689382"/>
                  </a:lnTo>
                  <a:lnTo>
                    <a:pt x="345427" y="689369"/>
                  </a:lnTo>
                  <a:lnTo>
                    <a:pt x="359309" y="693509"/>
                  </a:lnTo>
                  <a:lnTo>
                    <a:pt x="359232" y="693484"/>
                  </a:lnTo>
                  <a:lnTo>
                    <a:pt x="373304" y="697446"/>
                  </a:lnTo>
                  <a:lnTo>
                    <a:pt x="373227" y="697421"/>
                  </a:lnTo>
                  <a:lnTo>
                    <a:pt x="387503" y="701193"/>
                  </a:lnTo>
                  <a:lnTo>
                    <a:pt x="387426" y="701167"/>
                  </a:lnTo>
                  <a:lnTo>
                    <a:pt x="401879" y="704748"/>
                  </a:lnTo>
                  <a:lnTo>
                    <a:pt x="401802" y="704723"/>
                  </a:lnTo>
                  <a:lnTo>
                    <a:pt x="416446" y="708114"/>
                  </a:lnTo>
                  <a:lnTo>
                    <a:pt x="416369" y="708089"/>
                  </a:lnTo>
                  <a:lnTo>
                    <a:pt x="431170" y="711275"/>
                  </a:lnTo>
                  <a:lnTo>
                    <a:pt x="446087" y="714248"/>
                  </a:lnTo>
                  <a:lnTo>
                    <a:pt x="446011" y="714236"/>
                  </a:lnTo>
                  <a:lnTo>
                    <a:pt x="461162" y="717017"/>
                  </a:lnTo>
                  <a:lnTo>
                    <a:pt x="461099" y="717004"/>
                  </a:lnTo>
                  <a:lnTo>
                    <a:pt x="476331" y="719570"/>
                  </a:lnTo>
                  <a:lnTo>
                    <a:pt x="491795" y="721932"/>
                  </a:lnTo>
                  <a:lnTo>
                    <a:pt x="491719" y="721919"/>
                  </a:lnTo>
                  <a:lnTo>
                    <a:pt x="507327" y="724078"/>
                  </a:lnTo>
                  <a:lnTo>
                    <a:pt x="507263" y="724065"/>
                  </a:lnTo>
                  <a:lnTo>
                    <a:pt x="523011" y="726008"/>
                  </a:lnTo>
                  <a:lnTo>
                    <a:pt x="522948" y="726008"/>
                  </a:lnTo>
                  <a:lnTo>
                    <a:pt x="538848" y="727723"/>
                  </a:lnTo>
                  <a:lnTo>
                    <a:pt x="538772" y="727723"/>
                  </a:lnTo>
                  <a:lnTo>
                    <a:pt x="554812" y="729221"/>
                  </a:lnTo>
                  <a:lnTo>
                    <a:pt x="554736" y="729209"/>
                  </a:lnTo>
                  <a:lnTo>
                    <a:pt x="570903" y="730491"/>
                  </a:lnTo>
                  <a:lnTo>
                    <a:pt x="570827" y="730491"/>
                  </a:lnTo>
                  <a:lnTo>
                    <a:pt x="587121" y="731545"/>
                  </a:lnTo>
                  <a:lnTo>
                    <a:pt x="587045" y="731533"/>
                  </a:lnTo>
                  <a:lnTo>
                    <a:pt x="603453" y="732358"/>
                  </a:lnTo>
                  <a:lnTo>
                    <a:pt x="603390" y="732358"/>
                  </a:lnTo>
                  <a:lnTo>
                    <a:pt x="619900" y="732955"/>
                  </a:lnTo>
                  <a:lnTo>
                    <a:pt x="619836" y="732943"/>
                  </a:lnTo>
                  <a:lnTo>
                    <a:pt x="636461" y="733311"/>
                  </a:lnTo>
                  <a:lnTo>
                    <a:pt x="636397" y="733311"/>
                  </a:lnTo>
                  <a:lnTo>
                    <a:pt x="653098" y="733425"/>
                  </a:lnTo>
                  <a:lnTo>
                    <a:pt x="653098" y="742950"/>
                  </a:lnTo>
                  <a:lnTo>
                    <a:pt x="636295" y="742836"/>
                  </a:lnTo>
                  <a:lnTo>
                    <a:pt x="619595" y="742468"/>
                  </a:lnTo>
                  <a:lnTo>
                    <a:pt x="603009" y="741871"/>
                  </a:lnTo>
                  <a:lnTo>
                    <a:pt x="586537" y="741045"/>
                  </a:lnTo>
                  <a:lnTo>
                    <a:pt x="570179" y="739991"/>
                  </a:lnTo>
                  <a:lnTo>
                    <a:pt x="553949" y="738708"/>
                  </a:lnTo>
                  <a:lnTo>
                    <a:pt x="537858" y="737197"/>
                  </a:lnTo>
                  <a:lnTo>
                    <a:pt x="521894" y="735470"/>
                  </a:lnTo>
                  <a:lnTo>
                    <a:pt x="506057" y="733514"/>
                  </a:lnTo>
                  <a:lnTo>
                    <a:pt x="490385" y="731355"/>
                  </a:lnTo>
                  <a:lnTo>
                    <a:pt x="474853" y="728980"/>
                  </a:lnTo>
                  <a:lnTo>
                    <a:pt x="459473" y="726389"/>
                  </a:lnTo>
                  <a:lnTo>
                    <a:pt x="444259" y="723595"/>
                  </a:lnTo>
                  <a:lnTo>
                    <a:pt x="429209" y="720598"/>
                  </a:lnTo>
                  <a:lnTo>
                    <a:pt x="414337" y="717398"/>
                  </a:lnTo>
                  <a:lnTo>
                    <a:pt x="399631" y="714007"/>
                  </a:lnTo>
                  <a:lnTo>
                    <a:pt x="385102" y="710412"/>
                  </a:lnTo>
                  <a:lnTo>
                    <a:pt x="370764" y="706615"/>
                  </a:lnTo>
                  <a:lnTo>
                    <a:pt x="356616" y="702640"/>
                  </a:lnTo>
                  <a:lnTo>
                    <a:pt x="342659" y="698474"/>
                  </a:lnTo>
                  <a:lnTo>
                    <a:pt x="328905" y="694131"/>
                  </a:lnTo>
                  <a:lnTo>
                    <a:pt x="315366" y="689597"/>
                  </a:lnTo>
                  <a:lnTo>
                    <a:pt x="302031" y="684898"/>
                  </a:lnTo>
                  <a:lnTo>
                    <a:pt x="288912" y="680009"/>
                  </a:lnTo>
                  <a:lnTo>
                    <a:pt x="276009" y="674954"/>
                  </a:lnTo>
                  <a:lnTo>
                    <a:pt x="263335" y="669722"/>
                  </a:lnTo>
                  <a:lnTo>
                    <a:pt x="250888" y="664324"/>
                  </a:lnTo>
                  <a:lnTo>
                    <a:pt x="238684" y="658762"/>
                  </a:lnTo>
                  <a:lnTo>
                    <a:pt x="226720" y="653047"/>
                  </a:lnTo>
                  <a:lnTo>
                    <a:pt x="214998" y="647154"/>
                  </a:lnTo>
                  <a:lnTo>
                    <a:pt x="203530" y="641121"/>
                  </a:lnTo>
                  <a:lnTo>
                    <a:pt x="192316" y="634924"/>
                  </a:lnTo>
                  <a:lnTo>
                    <a:pt x="181356" y="628586"/>
                  </a:lnTo>
                  <a:lnTo>
                    <a:pt x="170675" y="622084"/>
                  </a:lnTo>
                  <a:lnTo>
                    <a:pt x="160261" y="615455"/>
                  </a:lnTo>
                  <a:lnTo>
                    <a:pt x="150114" y="608673"/>
                  </a:lnTo>
                  <a:lnTo>
                    <a:pt x="140259" y="601739"/>
                  </a:lnTo>
                  <a:lnTo>
                    <a:pt x="130696" y="594678"/>
                  </a:lnTo>
                  <a:lnTo>
                    <a:pt x="121412" y="587489"/>
                  </a:lnTo>
                  <a:lnTo>
                    <a:pt x="112433" y="580162"/>
                  </a:lnTo>
                  <a:lnTo>
                    <a:pt x="103746" y="572707"/>
                  </a:lnTo>
                  <a:lnTo>
                    <a:pt x="95377" y="565112"/>
                  </a:lnTo>
                  <a:lnTo>
                    <a:pt x="87313" y="557403"/>
                  </a:lnTo>
                  <a:lnTo>
                    <a:pt x="79578" y="549567"/>
                  </a:lnTo>
                  <a:lnTo>
                    <a:pt x="72161" y="541617"/>
                  </a:lnTo>
                  <a:lnTo>
                    <a:pt x="65075" y="533552"/>
                  </a:lnTo>
                  <a:lnTo>
                    <a:pt x="58318" y="525361"/>
                  </a:lnTo>
                  <a:lnTo>
                    <a:pt x="51892" y="517068"/>
                  </a:lnTo>
                  <a:lnTo>
                    <a:pt x="45822" y="508660"/>
                  </a:lnTo>
                  <a:lnTo>
                    <a:pt x="40106" y="500151"/>
                  </a:lnTo>
                  <a:lnTo>
                    <a:pt x="34735" y="491541"/>
                  </a:lnTo>
                  <a:lnTo>
                    <a:pt x="29731" y="482816"/>
                  </a:lnTo>
                  <a:lnTo>
                    <a:pt x="25095" y="474002"/>
                  </a:lnTo>
                  <a:lnTo>
                    <a:pt x="20841" y="465100"/>
                  </a:lnTo>
                  <a:lnTo>
                    <a:pt x="16954" y="456095"/>
                  </a:lnTo>
                  <a:lnTo>
                    <a:pt x="13449" y="447002"/>
                  </a:lnTo>
                  <a:lnTo>
                    <a:pt x="10351" y="437820"/>
                  </a:lnTo>
                  <a:lnTo>
                    <a:pt x="7633" y="428561"/>
                  </a:lnTo>
                  <a:lnTo>
                    <a:pt x="5321" y="419227"/>
                  </a:lnTo>
                  <a:lnTo>
                    <a:pt x="3416" y="409816"/>
                  </a:lnTo>
                  <a:lnTo>
                    <a:pt x="1930" y="400329"/>
                  </a:lnTo>
                  <a:lnTo>
                    <a:pt x="864" y="390766"/>
                  </a:lnTo>
                  <a:lnTo>
                    <a:pt x="216" y="381152"/>
                  </a:lnTo>
                  <a:lnTo>
                    <a:pt x="0" y="371475"/>
                  </a:lnTo>
                  <a:lnTo>
                    <a:pt x="216" y="361798"/>
                  </a:lnTo>
                  <a:lnTo>
                    <a:pt x="864" y="352184"/>
                  </a:lnTo>
                  <a:lnTo>
                    <a:pt x="1930" y="342621"/>
                  </a:lnTo>
                  <a:lnTo>
                    <a:pt x="3416" y="333134"/>
                  </a:lnTo>
                  <a:lnTo>
                    <a:pt x="5321" y="323723"/>
                  </a:lnTo>
                  <a:lnTo>
                    <a:pt x="7633" y="314389"/>
                  </a:lnTo>
                  <a:lnTo>
                    <a:pt x="10351" y="305130"/>
                  </a:lnTo>
                  <a:lnTo>
                    <a:pt x="13449" y="295948"/>
                  </a:lnTo>
                  <a:lnTo>
                    <a:pt x="16954" y="286855"/>
                  </a:lnTo>
                  <a:lnTo>
                    <a:pt x="20841" y="277850"/>
                  </a:lnTo>
                  <a:lnTo>
                    <a:pt x="25095" y="268948"/>
                  </a:lnTo>
                  <a:lnTo>
                    <a:pt x="29731" y="260134"/>
                  </a:lnTo>
                  <a:lnTo>
                    <a:pt x="34735" y="251409"/>
                  </a:lnTo>
                  <a:lnTo>
                    <a:pt x="40106" y="242799"/>
                  </a:lnTo>
                  <a:lnTo>
                    <a:pt x="45822" y="234290"/>
                  </a:lnTo>
                  <a:lnTo>
                    <a:pt x="51892" y="225882"/>
                  </a:lnTo>
                  <a:lnTo>
                    <a:pt x="58318" y="217589"/>
                  </a:lnTo>
                  <a:lnTo>
                    <a:pt x="65075" y="209398"/>
                  </a:lnTo>
                  <a:lnTo>
                    <a:pt x="72161" y="201333"/>
                  </a:lnTo>
                  <a:lnTo>
                    <a:pt x="79578" y="193383"/>
                  </a:lnTo>
                  <a:lnTo>
                    <a:pt x="87313" y="185547"/>
                  </a:lnTo>
                  <a:lnTo>
                    <a:pt x="95377" y="177838"/>
                  </a:lnTo>
                  <a:lnTo>
                    <a:pt x="103746" y="170243"/>
                  </a:lnTo>
                  <a:lnTo>
                    <a:pt x="112433" y="162789"/>
                  </a:lnTo>
                  <a:lnTo>
                    <a:pt x="121412" y="155461"/>
                  </a:lnTo>
                  <a:lnTo>
                    <a:pt x="130696" y="148272"/>
                  </a:lnTo>
                  <a:lnTo>
                    <a:pt x="140259" y="141211"/>
                  </a:lnTo>
                  <a:lnTo>
                    <a:pt x="150114" y="134277"/>
                  </a:lnTo>
                  <a:lnTo>
                    <a:pt x="160261" y="127495"/>
                  </a:lnTo>
                  <a:lnTo>
                    <a:pt x="170675" y="120866"/>
                  </a:lnTo>
                  <a:lnTo>
                    <a:pt x="181356" y="114364"/>
                  </a:lnTo>
                  <a:lnTo>
                    <a:pt x="192316" y="108026"/>
                  </a:lnTo>
                  <a:lnTo>
                    <a:pt x="203530" y="101829"/>
                  </a:lnTo>
                  <a:lnTo>
                    <a:pt x="214998" y="95796"/>
                  </a:lnTo>
                  <a:lnTo>
                    <a:pt x="226720" y="89903"/>
                  </a:lnTo>
                  <a:lnTo>
                    <a:pt x="238684" y="84188"/>
                  </a:lnTo>
                  <a:lnTo>
                    <a:pt x="250888" y="78626"/>
                  </a:lnTo>
                  <a:lnTo>
                    <a:pt x="263335" y="73228"/>
                  </a:lnTo>
                  <a:lnTo>
                    <a:pt x="276009" y="67996"/>
                  </a:lnTo>
                  <a:lnTo>
                    <a:pt x="288912" y="62941"/>
                  </a:lnTo>
                  <a:lnTo>
                    <a:pt x="302031" y="58052"/>
                  </a:lnTo>
                  <a:lnTo>
                    <a:pt x="315366" y="53353"/>
                  </a:lnTo>
                  <a:lnTo>
                    <a:pt x="328905" y="48819"/>
                  </a:lnTo>
                  <a:lnTo>
                    <a:pt x="342659" y="44476"/>
                  </a:lnTo>
                  <a:lnTo>
                    <a:pt x="356616" y="40310"/>
                  </a:lnTo>
                  <a:lnTo>
                    <a:pt x="370764" y="36335"/>
                  </a:lnTo>
                  <a:lnTo>
                    <a:pt x="385102" y="32538"/>
                  </a:lnTo>
                  <a:lnTo>
                    <a:pt x="399631" y="28943"/>
                  </a:lnTo>
                  <a:lnTo>
                    <a:pt x="414337" y="25552"/>
                  </a:lnTo>
                  <a:lnTo>
                    <a:pt x="429209" y="22352"/>
                  </a:lnTo>
                  <a:lnTo>
                    <a:pt x="444259" y="19355"/>
                  </a:lnTo>
                  <a:lnTo>
                    <a:pt x="459473" y="16561"/>
                  </a:lnTo>
                  <a:lnTo>
                    <a:pt x="474853" y="13970"/>
                  </a:lnTo>
                  <a:lnTo>
                    <a:pt x="490385" y="11595"/>
                  </a:lnTo>
                  <a:lnTo>
                    <a:pt x="506057" y="9436"/>
                  </a:lnTo>
                  <a:lnTo>
                    <a:pt x="521894" y="7480"/>
                  </a:lnTo>
                  <a:lnTo>
                    <a:pt x="537858" y="5753"/>
                  </a:lnTo>
                  <a:lnTo>
                    <a:pt x="553949" y="4242"/>
                  </a:lnTo>
                  <a:lnTo>
                    <a:pt x="570179" y="2959"/>
                  </a:lnTo>
                  <a:lnTo>
                    <a:pt x="586537" y="1905"/>
                  </a:lnTo>
                  <a:lnTo>
                    <a:pt x="603009" y="1079"/>
                  </a:lnTo>
                  <a:lnTo>
                    <a:pt x="619595" y="483"/>
                  </a:lnTo>
                  <a:lnTo>
                    <a:pt x="636295" y="114"/>
                  </a:lnTo>
                  <a:lnTo>
                    <a:pt x="65309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0" name="Shape 1321"/>
            <p:cNvSpPr/>
            <p:nvPr/>
          </p:nvSpPr>
          <p:spPr>
            <a:xfrm>
              <a:off x="2785745" y="0"/>
              <a:ext cx="653097" cy="742950"/>
            </a:xfrm>
            <a:custGeom>
              <a:avLst/>
              <a:gdLst/>
              <a:ahLst/>
              <a:cxnLst/>
              <a:rect l="0" t="0" r="0" b="0"/>
              <a:pathLst>
                <a:path w="653097" h="742950">
                  <a:moveTo>
                    <a:pt x="0" y="0"/>
                  </a:moveTo>
                  <a:lnTo>
                    <a:pt x="16802" y="114"/>
                  </a:lnTo>
                  <a:lnTo>
                    <a:pt x="33503" y="483"/>
                  </a:lnTo>
                  <a:lnTo>
                    <a:pt x="50089" y="1079"/>
                  </a:lnTo>
                  <a:lnTo>
                    <a:pt x="66561" y="1905"/>
                  </a:lnTo>
                  <a:lnTo>
                    <a:pt x="82918" y="2959"/>
                  </a:lnTo>
                  <a:lnTo>
                    <a:pt x="99149" y="4242"/>
                  </a:lnTo>
                  <a:lnTo>
                    <a:pt x="115240" y="5753"/>
                  </a:lnTo>
                  <a:lnTo>
                    <a:pt x="131204" y="7480"/>
                  </a:lnTo>
                  <a:lnTo>
                    <a:pt x="147041" y="9436"/>
                  </a:lnTo>
                  <a:lnTo>
                    <a:pt x="162712" y="11595"/>
                  </a:lnTo>
                  <a:lnTo>
                    <a:pt x="178245" y="13970"/>
                  </a:lnTo>
                  <a:lnTo>
                    <a:pt x="193624" y="16561"/>
                  </a:lnTo>
                  <a:lnTo>
                    <a:pt x="208839" y="19355"/>
                  </a:lnTo>
                  <a:lnTo>
                    <a:pt x="223888" y="22352"/>
                  </a:lnTo>
                  <a:lnTo>
                    <a:pt x="238760" y="25552"/>
                  </a:lnTo>
                  <a:lnTo>
                    <a:pt x="253467" y="28943"/>
                  </a:lnTo>
                  <a:lnTo>
                    <a:pt x="267995" y="32538"/>
                  </a:lnTo>
                  <a:lnTo>
                    <a:pt x="282334" y="36335"/>
                  </a:lnTo>
                  <a:lnTo>
                    <a:pt x="296482" y="40310"/>
                  </a:lnTo>
                  <a:lnTo>
                    <a:pt x="310439" y="44476"/>
                  </a:lnTo>
                  <a:lnTo>
                    <a:pt x="324180" y="48819"/>
                  </a:lnTo>
                  <a:lnTo>
                    <a:pt x="337731" y="53353"/>
                  </a:lnTo>
                  <a:lnTo>
                    <a:pt x="351066" y="58052"/>
                  </a:lnTo>
                  <a:lnTo>
                    <a:pt x="364185" y="62941"/>
                  </a:lnTo>
                  <a:lnTo>
                    <a:pt x="377088" y="67996"/>
                  </a:lnTo>
                  <a:lnTo>
                    <a:pt x="389763" y="73228"/>
                  </a:lnTo>
                  <a:lnTo>
                    <a:pt x="402209" y="78626"/>
                  </a:lnTo>
                  <a:lnTo>
                    <a:pt x="414413" y="84188"/>
                  </a:lnTo>
                  <a:lnTo>
                    <a:pt x="426377" y="89903"/>
                  </a:lnTo>
                  <a:lnTo>
                    <a:pt x="438099" y="95796"/>
                  </a:lnTo>
                  <a:lnTo>
                    <a:pt x="449567" y="101829"/>
                  </a:lnTo>
                  <a:lnTo>
                    <a:pt x="460781" y="108026"/>
                  </a:lnTo>
                  <a:lnTo>
                    <a:pt x="471741" y="114364"/>
                  </a:lnTo>
                  <a:lnTo>
                    <a:pt x="482422" y="120866"/>
                  </a:lnTo>
                  <a:lnTo>
                    <a:pt x="492836" y="127495"/>
                  </a:lnTo>
                  <a:lnTo>
                    <a:pt x="502983" y="134277"/>
                  </a:lnTo>
                  <a:lnTo>
                    <a:pt x="512838" y="141211"/>
                  </a:lnTo>
                  <a:lnTo>
                    <a:pt x="522402" y="148272"/>
                  </a:lnTo>
                  <a:lnTo>
                    <a:pt x="531685" y="155461"/>
                  </a:lnTo>
                  <a:lnTo>
                    <a:pt x="540664" y="162789"/>
                  </a:lnTo>
                  <a:lnTo>
                    <a:pt x="549351" y="170243"/>
                  </a:lnTo>
                  <a:lnTo>
                    <a:pt x="557721" y="177838"/>
                  </a:lnTo>
                  <a:lnTo>
                    <a:pt x="565772" y="185547"/>
                  </a:lnTo>
                  <a:lnTo>
                    <a:pt x="573519" y="193383"/>
                  </a:lnTo>
                  <a:lnTo>
                    <a:pt x="580936" y="201333"/>
                  </a:lnTo>
                  <a:lnTo>
                    <a:pt x="588023" y="209398"/>
                  </a:lnTo>
                  <a:lnTo>
                    <a:pt x="594779" y="217589"/>
                  </a:lnTo>
                  <a:lnTo>
                    <a:pt x="601205" y="225882"/>
                  </a:lnTo>
                  <a:lnTo>
                    <a:pt x="607276" y="234290"/>
                  </a:lnTo>
                  <a:lnTo>
                    <a:pt x="612991" y="242799"/>
                  </a:lnTo>
                  <a:lnTo>
                    <a:pt x="618363" y="251409"/>
                  </a:lnTo>
                  <a:lnTo>
                    <a:pt x="623367" y="260134"/>
                  </a:lnTo>
                  <a:lnTo>
                    <a:pt x="628002" y="268948"/>
                  </a:lnTo>
                  <a:lnTo>
                    <a:pt x="632257" y="277850"/>
                  </a:lnTo>
                  <a:lnTo>
                    <a:pt x="636143" y="286855"/>
                  </a:lnTo>
                  <a:lnTo>
                    <a:pt x="639648" y="295948"/>
                  </a:lnTo>
                  <a:lnTo>
                    <a:pt x="642747" y="305130"/>
                  </a:lnTo>
                  <a:lnTo>
                    <a:pt x="645465" y="314389"/>
                  </a:lnTo>
                  <a:lnTo>
                    <a:pt x="647776" y="323723"/>
                  </a:lnTo>
                  <a:lnTo>
                    <a:pt x="649681" y="333134"/>
                  </a:lnTo>
                  <a:lnTo>
                    <a:pt x="651167" y="342621"/>
                  </a:lnTo>
                  <a:lnTo>
                    <a:pt x="652234" y="352184"/>
                  </a:lnTo>
                  <a:lnTo>
                    <a:pt x="652881" y="361798"/>
                  </a:lnTo>
                  <a:lnTo>
                    <a:pt x="653097" y="371475"/>
                  </a:lnTo>
                  <a:lnTo>
                    <a:pt x="652881" y="381152"/>
                  </a:lnTo>
                  <a:lnTo>
                    <a:pt x="652234" y="390766"/>
                  </a:lnTo>
                  <a:lnTo>
                    <a:pt x="651167" y="400329"/>
                  </a:lnTo>
                  <a:lnTo>
                    <a:pt x="649681" y="409816"/>
                  </a:lnTo>
                  <a:lnTo>
                    <a:pt x="647776" y="419227"/>
                  </a:lnTo>
                  <a:lnTo>
                    <a:pt x="645465" y="428561"/>
                  </a:lnTo>
                  <a:lnTo>
                    <a:pt x="642747" y="437820"/>
                  </a:lnTo>
                  <a:lnTo>
                    <a:pt x="639648" y="447002"/>
                  </a:lnTo>
                  <a:lnTo>
                    <a:pt x="636143" y="456095"/>
                  </a:lnTo>
                  <a:lnTo>
                    <a:pt x="632257" y="465100"/>
                  </a:lnTo>
                  <a:lnTo>
                    <a:pt x="628002" y="474002"/>
                  </a:lnTo>
                  <a:lnTo>
                    <a:pt x="623367" y="482816"/>
                  </a:lnTo>
                  <a:lnTo>
                    <a:pt x="618363" y="491541"/>
                  </a:lnTo>
                  <a:lnTo>
                    <a:pt x="612991" y="500151"/>
                  </a:lnTo>
                  <a:lnTo>
                    <a:pt x="607276" y="508660"/>
                  </a:lnTo>
                  <a:lnTo>
                    <a:pt x="601205" y="517068"/>
                  </a:lnTo>
                  <a:lnTo>
                    <a:pt x="594779" y="525361"/>
                  </a:lnTo>
                  <a:lnTo>
                    <a:pt x="588023" y="533552"/>
                  </a:lnTo>
                  <a:lnTo>
                    <a:pt x="580936" y="541617"/>
                  </a:lnTo>
                  <a:lnTo>
                    <a:pt x="573519" y="549567"/>
                  </a:lnTo>
                  <a:lnTo>
                    <a:pt x="565772" y="557403"/>
                  </a:lnTo>
                  <a:lnTo>
                    <a:pt x="557721" y="565112"/>
                  </a:lnTo>
                  <a:lnTo>
                    <a:pt x="549351" y="572707"/>
                  </a:lnTo>
                  <a:lnTo>
                    <a:pt x="540664" y="580162"/>
                  </a:lnTo>
                  <a:lnTo>
                    <a:pt x="531685" y="587489"/>
                  </a:lnTo>
                  <a:lnTo>
                    <a:pt x="522402" y="594678"/>
                  </a:lnTo>
                  <a:lnTo>
                    <a:pt x="512838" y="601739"/>
                  </a:lnTo>
                  <a:lnTo>
                    <a:pt x="502983" y="608673"/>
                  </a:lnTo>
                  <a:lnTo>
                    <a:pt x="492836" y="615455"/>
                  </a:lnTo>
                  <a:lnTo>
                    <a:pt x="482422" y="622084"/>
                  </a:lnTo>
                  <a:lnTo>
                    <a:pt x="471741" y="628586"/>
                  </a:lnTo>
                  <a:lnTo>
                    <a:pt x="460781" y="634924"/>
                  </a:lnTo>
                  <a:lnTo>
                    <a:pt x="449567" y="641121"/>
                  </a:lnTo>
                  <a:lnTo>
                    <a:pt x="438099" y="647154"/>
                  </a:lnTo>
                  <a:lnTo>
                    <a:pt x="426377" y="653047"/>
                  </a:lnTo>
                  <a:lnTo>
                    <a:pt x="414413" y="658762"/>
                  </a:lnTo>
                  <a:lnTo>
                    <a:pt x="402209" y="664324"/>
                  </a:lnTo>
                  <a:lnTo>
                    <a:pt x="389763" y="669722"/>
                  </a:lnTo>
                  <a:lnTo>
                    <a:pt x="377088" y="674954"/>
                  </a:lnTo>
                  <a:lnTo>
                    <a:pt x="364185" y="680009"/>
                  </a:lnTo>
                  <a:lnTo>
                    <a:pt x="351066" y="684898"/>
                  </a:lnTo>
                  <a:lnTo>
                    <a:pt x="337731" y="689597"/>
                  </a:lnTo>
                  <a:lnTo>
                    <a:pt x="324180" y="694131"/>
                  </a:lnTo>
                  <a:lnTo>
                    <a:pt x="310439" y="698474"/>
                  </a:lnTo>
                  <a:lnTo>
                    <a:pt x="296482" y="702640"/>
                  </a:lnTo>
                  <a:lnTo>
                    <a:pt x="282334" y="706615"/>
                  </a:lnTo>
                  <a:lnTo>
                    <a:pt x="267995" y="710412"/>
                  </a:lnTo>
                  <a:lnTo>
                    <a:pt x="253467" y="714007"/>
                  </a:lnTo>
                  <a:lnTo>
                    <a:pt x="238760" y="717398"/>
                  </a:lnTo>
                  <a:lnTo>
                    <a:pt x="223888" y="720598"/>
                  </a:lnTo>
                  <a:lnTo>
                    <a:pt x="208839" y="723595"/>
                  </a:lnTo>
                  <a:lnTo>
                    <a:pt x="193624" y="726389"/>
                  </a:lnTo>
                  <a:lnTo>
                    <a:pt x="178245" y="728980"/>
                  </a:lnTo>
                  <a:lnTo>
                    <a:pt x="162712" y="731355"/>
                  </a:lnTo>
                  <a:lnTo>
                    <a:pt x="147041" y="733514"/>
                  </a:lnTo>
                  <a:lnTo>
                    <a:pt x="131204" y="735470"/>
                  </a:lnTo>
                  <a:lnTo>
                    <a:pt x="115240" y="737197"/>
                  </a:lnTo>
                  <a:lnTo>
                    <a:pt x="99149" y="738708"/>
                  </a:lnTo>
                  <a:lnTo>
                    <a:pt x="82918" y="739991"/>
                  </a:lnTo>
                  <a:lnTo>
                    <a:pt x="66561" y="741045"/>
                  </a:lnTo>
                  <a:lnTo>
                    <a:pt x="50089" y="741871"/>
                  </a:lnTo>
                  <a:lnTo>
                    <a:pt x="33503" y="742468"/>
                  </a:lnTo>
                  <a:lnTo>
                    <a:pt x="16802" y="742836"/>
                  </a:lnTo>
                  <a:lnTo>
                    <a:pt x="0" y="742950"/>
                  </a:lnTo>
                  <a:lnTo>
                    <a:pt x="0" y="733425"/>
                  </a:lnTo>
                  <a:lnTo>
                    <a:pt x="16701" y="733311"/>
                  </a:lnTo>
                  <a:lnTo>
                    <a:pt x="16637" y="733311"/>
                  </a:lnTo>
                  <a:lnTo>
                    <a:pt x="33261" y="732943"/>
                  </a:lnTo>
                  <a:lnTo>
                    <a:pt x="33198" y="732955"/>
                  </a:lnTo>
                  <a:lnTo>
                    <a:pt x="49708" y="732358"/>
                  </a:lnTo>
                  <a:lnTo>
                    <a:pt x="49644" y="732358"/>
                  </a:lnTo>
                  <a:lnTo>
                    <a:pt x="66053" y="731533"/>
                  </a:lnTo>
                  <a:lnTo>
                    <a:pt x="65977" y="731545"/>
                  </a:lnTo>
                  <a:lnTo>
                    <a:pt x="82271" y="730491"/>
                  </a:lnTo>
                  <a:lnTo>
                    <a:pt x="82194" y="730491"/>
                  </a:lnTo>
                  <a:lnTo>
                    <a:pt x="98361" y="729209"/>
                  </a:lnTo>
                  <a:lnTo>
                    <a:pt x="98285" y="729221"/>
                  </a:lnTo>
                  <a:lnTo>
                    <a:pt x="114325" y="727723"/>
                  </a:lnTo>
                  <a:lnTo>
                    <a:pt x="114249" y="727723"/>
                  </a:lnTo>
                  <a:lnTo>
                    <a:pt x="130149" y="726008"/>
                  </a:lnTo>
                  <a:lnTo>
                    <a:pt x="130073" y="726008"/>
                  </a:lnTo>
                  <a:lnTo>
                    <a:pt x="145834" y="724065"/>
                  </a:lnTo>
                  <a:lnTo>
                    <a:pt x="145771" y="724078"/>
                  </a:lnTo>
                  <a:lnTo>
                    <a:pt x="161379" y="721919"/>
                  </a:lnTo>
                  <a:lnTo>
                    <a:pt x="161303" y="721932"/>
                  </a:lnTo>
                  <a:lnTo>
                    <a:pt x="176767" y="719570"/>
                  </a:lnTo>
                  <a:lnTo>
                    <a:pt x="191998" y="717004"/>
                  </a:lnTo>
                  <a:lnTo>
                    <a:pt x="191935" y="717017"/>
                  </a:lnTo>
                  <a:lnTo>
                    <a:pt x="207056" y="714239"/>
                  </a:lnTo>
                  <a:lnTo>
                    <a:pt x="221928" y="711275"/>
                  </a:lnTo>
                  <a:lnTo>
                    <a:pt x="236728" y="708089"/>
                  </a:lnTo>
                  <a:lnTo>
                    <a:pt x="236652" y="708114"/>
                  </a:lnTo>
                  <a:lnTo>
                    <a:pt x="251295" y="704723"/>
                  </a:lnTo>
                  <a:lnTo>
                    <a:pt x="251219" y="704748"/>
                  </a:lnTo>
                  <a:lnTo>
                    <a:pt x="265671" y="701167"/>
                  </a:lnTo>
                  <a:lnTo>
                    <a:pt x="265595" y="701193"/>
                  </a:lnTo>
                  <a:lnTo>
                    <a:pt x="279870" y="697421"/>
                  </a:lnTo>
                  <a:lnTo>
                    <a:pt x="279794" y="697446"/>
                  </a:lnTo>
                  <a:lnTo>
                    <a:pt x="293865" y="693484"/>
                  </a:lnTo>
                  <a:lnTo>
                    <a:pt x="293789" y="693509"/>
                  </a:lnTo>
                  <a:lnTo>
                    <a:pt x="307670" y="689369"/>
                  </a:lnTo>
                  <a:lnTo>
                    <a:pt x="307594" y="689382"/>
                  </a:lnTo>
                  <a:lnTo>
                    <a:pt x="321272" y="685063"/>
                  </a:lnTo>
                  <a:lnTo>
                    <a:pt x="321208" y="685089"/>
                  </a:lnTo>
                  <a:lnTo>
                    <a:pt x="334602" y="680603"/>
                  </a:lnTo>
                  <a:lnTo>
                    <a:pt x="347866" y="675919"/>
                  </a:lnTo>
                  <a:lnTo>
                    <a:pt x="347789" y="675958"/>
                  </a:lnTo>
                  <a:lnTo>
                    <a:pt x="360832" y="671094"/>
                  </a:lnTo>
                  <a:lnTo>
                    <a:pt x="360756" y="671119"/>
                  </a:lnTo>
                  <a:lnTo>
                    <a:pt x="373571" y="666102"/>
                  </a:lnTo>
                  <a:lnTo>
                    <a:pt x="373494" y="666128"/>
                  </a:lnTo>
                  <a:lnTo>
                    <a:pt x="386093" y="660933"/>
                  </a:lnTo>
                  <a:lnTo>
                    <a:pt x="386016" y="660972"/>
                  </a:lnTo>
                  <a:lnTo>
                    <a:pt x="398373" y="655600"/>
                  </a:lnTo>
                  <a:lnTo>
                    <a:pt x="398297" y="655638"/>
                  </a:lnTo>
                  <a:lnTo>
                    <a:pt x="410426" y="650113"/>
                  </a:lnTo>
                  <a:lnTo>
                    <a:pt x="410350" y="650151"/>
                  </a:lnTo>
                  <a:lnTo>
                    <a:pt x="422237" y="644461"/>
                  </a:lnTo>
                  <a:lnTo>
                    <a:pt x="422148" y="644512"/>
                  </a:lnTo>
                  <a:lnTo>
                    <a:pt x="433794" y="638670"/>
                  </a:lnTo>
                  <a:lnTo>
                    <a:pt x="433705" y="638708"/>
                  </a:lnTo>
                  <a:lnTo>
                    <a:pt x="445097" y="632714"/>
                  </a:lnTo>
                  <a:lnTo>
                    <a:pt x="445008" y="632752"/>
                  </a:lnTo>
                  <a:lnTo>
                    <a:pt x="456133" y="626605"/>
                  </a:lnTo>
                  <a:lnTo>
                    <a:pt x="456057" y="626656"/>
                  </a:lnTo>
                  <a:lnTo>
                    <a:pt x="466928" y="620370"/>
                  </a:lnTo>
                  <a:lnTo>
                    <a:pt x="466839" y="620420"/>
                  </a:lnTo>
                  <a:lnTo>
                    <a:pt x="477431" y="613969"/>
                  </a:lnTo>
                  <a:lnTo>
                    <a:pt x="477355" y="614032"/>
                  </a:lnTo>
                  <a:lnTo>
                    <a:pt x="487680" y="607441"/>
                  </a:lnTo>
                  <a:lnTo>
                    <a:pt x="487591" y="607504"/>
                  </a:lnTo>
                  <a:lnTo>
                    <a:pt x="497637" y="600773"/>
                  </a:lnTo>
                  <a:lnTo>
                    <a:pt x="497548" y="600837"/>
                  </a:lnTo>
                  <a:lnTo>
                    <a:pt x="507262" y="594016"/>
                  </a:lnTo>
                  <a:lnTo>
                    <a:pt x="516712" y="587058"/>
                  </a:lnTo>
                  <a:lnTo>
                    <a:pt x="516611" y="587121"/>
                  </a:lnTo>
                  <a:lnTo>
                    <a:pt x="525806" y="579996"/>
                  </a:lnTo>
                  <a:lnTo>
                    <a:pt x="525704" y="580072"/>
                  </a:lnTo>
                  <a:lnTo>
                    <a:pt x="534586" y="572827"/>
                  </a:lnTo>
                  <a:lnTo>
                    <a:pt x="543090" y="565518"/>
                  </a:lnTo>
                  <a:lnTo>
                    <a:pt x="543001" y="565595"/>
                  </a:lnTo>
                  <a:lnTo>
                    <a:pt x="551281" y="558102"/>
                  </a:lnTo>
                  <a:lnTo>
                    <a:pt x="551180" y="558190"/>
                  </a:lnTo>
                  <a:lnTo>
                    <a:pt x="559124" y="550589"/>
                  </a:lnTo>
                  <a:lnTo>
                    <a:pt x="566699" y="542925"/>
                  </a:lnTo>
                  <a:lnTo>
                    <a:pt x="566598" y="543027"/>
                  </a:lnTo>
                  <a:lnTo>
                    <a:pt x="573925" y="535178"/>
                  </a:lnTo>
                  <a:lnTo>
                    <a:pt x="573824" y="535280"/>
                  </a:lnTo>
                  <a:lnTo>
                    <a:pt x="580822" y="527317"/>
                  </a:lnTo>
                  <a:lnTo>
                    <a:pt x="580733" y="527431"/>
                  </a:lnTo>
                  <a:lnTo>
                    <a:pt x="587388" y="519354"/>
                  </a:lnTo>
                  <a:lnTo>
                    <a:pt x="587299" y="519481"/>
                  </a:lnTo>
                  <a:lnTo>
                    <a:pt x="593623" y="511302"/>
                  </a:lnTo>
                  <a:lnTo>
                    <a:pt x="593522" y="511429"/>
                  </a:lnTo>
                  <a:lnTo>
                    <a:pt x="599503" y="503149"/>
                  </a:lnTo>
                  <a:lnTo>
                    <a:pt x="599415" y="503288"/>
                  </a:lnTo>
                  <a:lnTo>
                    <a:pt x="605017" y="494941"/>
                  </a:lnTo>
                  <a:lnTo>
                    <a:pt x="610222" y="486575"/>
                  </a:lnTo>
                  <a:lnTo>
                    <a:pt x="610133" y="486715"/>
                  </a:lnTo>
                  <a:lnTo>
                    <a:pt x="615061" y="478155"/>
                  </a:lnTo>
                  <a:lnTo>
                    <a:pt x="614972" y="478307"/>
                  </a:lnTo>
                  <a:lnTo>
                    <a:pt x="619519" y="469646"/>
                  </a:lnTo>
                  <a:lnTo>
                    <a:pt x="619442" y="469811"/>
                  </a:lnTo>
                  <a:lnTo>
                    <a:pt x="623621" y="461061"/>
                  </a:lnTo>
                  <a:lnTo>
                    <a:pt x="623545" y="461239"/>
                  </a:lnTo>
                  <a:lnTo>
                    <a:pt x="627354" y="452400"/>
                  </a:lnTo>
                  <a:lnTo>
                    <a:pt x="627291" y="452577"/>
                  </a:lnTo>
                  <a:lnTo>
                    <a:pt x="630692" y="443748"/>
                  </a:lnTo>
                  <a:lnTo>
                    <a:pt x="633692" y="434861"/>
                  </a:lnTo>
                  <a:lnTo>
                    <a:pt x="633641" y="435051"/>
                  </a:lnTo>
                  <a:lnTo>
                    <a:pt x="636272" y="426062"/>
                  </a:lnTo>
                  <a:lnTo>
                    <a:pt x="638505" y="417043"/>
                  </a:lnTo>
                  <a:lnTo>
                    <a:pt x="638454" y="417233"/>
                  </a:lnTo>
                  <a:lnTo>
                    <a:pt x="640293" y="408165"/>
                  </a:lnTo>
                  <a:lnTo>
                    <a:pt x="641744" y="398945"/>
                  </a:lnTo>
                  <a:lnTo>
                    <a:pt x="641705" y="399161"/>
                  </a:lnTo>
                  <a:lnTo>
                    <a:pt x="642760" y="389814"/>
                  </a:lnTo>
                  <a:lnTo>
                    <a:pt x="642734" y="390030"/>
                  </a:lnTo>
                  <a:lnTo>
                    <a:pt x="643357" y="380795"/>
                  </a:lnTo>
                  <a:lnTo>
                    <a:pt x="643570" y="371475"/>
                  </a:lnTo>
                  <a:lnTo>
                    <a:pt x="643357" y="362155"/>
                  </a:lnTo>
                  <a:lnTo>
                    <a:pt x="642734" y="352920"/>
                  </a:lnTo>
                  <a:lnTo>
                    <a:pt x="642760" y="353136"/>
                  </a:lnTo>
                  <a:lnTo>
                    <a:pt x="641705" y="343789"/>
                  </a:lnTo>
                  <a:lnTo>
                    <a:pt x="641744" y="344005"/>
                  </a:lnTo>
                  <a:lnTo>
                    <a:pt x="640293" y="334785"/>
                  </a:lnTo>
                  <a:lnTo>
                    <a:pt x="638454" y="325717"/>
                  </a:lnTo>
                  <a:lnTo>
                    <a:pt x="638505" y="325907"/>
                  </a:lnTo>
                  <a:lnTo>
                    <a:pt x="636272" y="316888"/>
                  </a:lnTo>
                  <a:lnTo>
                    <a:pt x="633641" y="307899"/>
                  </a:lnTo>
                  <a:lnTo>
                    <a:pt x="633692" y="308089"/>
                  </a:lnTo>
                  <a:lnTo>
                    <a:pt x="630692" y="299202"/>
                  </a:lnTo>
                  <a:lnTo>
                    <a:pt x="627291" y="290373"/>
                  </a:lnTo>
                  <a:lnTo>
                    <a:pt x="627354" y="290550"/>
                  </a:lnTo>
                  <a:lnTo>
                    <a:pt x="623545" y="281712"/>
                  </a:lnTo>
                  <a:lnTo>
                    <a:pt x="623621" y="281889"/>
                  </a:lnTo>
                  <a:lnTo>
                    <a:pt x="619442" y="273139"/>
                  </a:lnTo>
                  <a:lnTo>
                    <a:pt x="619519" y="273304"/>
                  </a:lnTo>
                  <a:lnTo>
                    <a:pt x="614972" y="264643"/>
                  </a:lnTo>
                  <a:lnTo>
                    <a:pt x="615061" y="264795"/>
                  </a:lnTo>
                  <a:lnTo>
                    <a:pt x="610133" y="256235"/>
                  </a:lnTo>
                  <a:lnTo>
                    <a:pt x="610222" y="256375"/>
                  </a:lnTo>
                  <a:lnTo>
                    <a:pt x="605017" y="248009"/>
                  </a:lnTo>
                  <a:lnTo>
                    <a:pt x="599415" y="239662"/>
                  </a:lnTo>
                  <a:lnTo>
                    <a:pt x="599503" y="239801"/>
                  </a:lnTo>
                  <a:lnTo>
                    <a:pt x="593522" y="231521"/>
                  </a:lnTo>
                  <a:lnTo>
                    <a:pt x="593623" y="231648"/>
                  </a:lnTo>
                  <a:lnTo>
                    <a:pt x="587299" y="223469"/>
                  </a:lnTo>
                  <a:lnTo>
                    <a:pt x="587388" y="223596"/>
                  </a:lnTo>
                  <a:lnTo>
                    <a:pt x="580733" y="215519"/>
                  </a:lnTo>
                  <a:lnTo>
                    <a:pt x="580822" y="215633"/>
                  </a:lnTo>
                  <a:lnTo>
                    <a:pt x="573824" y="207670"/>
                  </a:lnTo>
                  <a:lnTo>
                    <a:pt x="573925" y="207772"/>
                  </a:lnTo>
                  <a:lnTo>
                    <a:pt x="566598" y="199923"/>
                  </a:lnTo>
                  <a:lnTo>
                    <a:pt x="566699" y="200025"/>
                  </a:lnTo>
                  <a:lnTo>
                    <a:pt x="559124" y="192362"/>
                  </a:lnTo>
                  <a:lnTo>
                    <a:pt x="551180" y="184760"/>
                  </a:lnTo>
                  <a:lnTo>
                    <a:pt x="551281" y="184848"/>
                  </a:lnTo>
                  <a:lnTo>
                    <a:pt x="543001" y="177355"/>
                  </a:lnTo>
                  <a:lnTo>
                    <a:pt x="543090" y="177432"/>
                  </a:lnTo>
                  <a:lnTo>
                    <a:pt x="534586" y="170123"/>
                  </a:lnTo>
                  <a:lnTo>
                    <a:pt x="525704" y="162878"/>
                  </a:lnTo>
                  <a:lnTo>
                    <a:pt x="525806" y="162954"/>
                  </a:lnTo>
                  <a:lnTo>
                    <a:pt x="516611" y="155829"/>
                  </a:lnTo>
                  <a:lnTo>
                    <a:pt x="516712" y="155892"/>
                  </a:lnTo>
                  <a:lnTo>
                    <a:pt x="507262" y="148934"/>
                  </a:lnTo>
                  <a:lnTo>
                    <a:pt x="497548" y="142113"/>
                  </a:lnTo>
                  <a:lnTo>
                    <a:pt x="497637" y="142177"/>
                  </a:lnTo>
                  <a:lnTo>
                    <a:pt x="487591" y="135446"/>
                  </a:lnTo>
                  <a:lnTo>
                    <a:pt x="487680" y="135509"/>
                  </a:lnTo>
                  <a:lnTo>
                    <a:pt x="477355" y="128918"/>
                  </a:lnTo>
                  <a:lnTo>
                    <a:pt x="477431" y="128981"/>
                  </a:lnTo>
                  <a:lnTo>
                    <a:pt x="466839" y="122530"/>
                  </a:lnTo>
                  <a:lnTo>
                    <a:pt x="466928" y="122581"/>
                  </a:lnTo>
                  <a:lnTo>
                    <a:pt x="456057" y="116294"/>
                  </a:lnTo>
                  <a:lnTo>
                    <a:pt x="456133" y="116345"/>
                  </a:lnTo>
                  <a:lnTo>
                    <a:pt x="445008" y="110198"/>
                  </a:lnTo>
                  <a:lnTo>
                    <a:pt x="445097" y="110236"/>
                  </a:lnTo>
                  <a:lnTo>
                    <a:pt x="433705" y="104242"/>
                  </a:lnTo>
                  <a:lnTo>
                    <a:pt x="433794" y="104280"/>
                  </a:lnTo>
                  <a:lnTo>
                    <a:pt x="422148" y="98438"/>
                  </a:lnTo>
                  <a:lnTo>
                    <a:pt x="422237" y="98489"/>
                  </a:lnTo>
                  <a:lnTo>
                    <a:pt x="410350" y="92799"/>
                  </a:lnTo>
                  <a:lnTo>
                    <a:pt x="410426" y="92837"/>
                  </a:lnTo>
                  <a:lnTo>
                    <a:pt x="398297" y="87313"/>
                  </a:lnTo>
                  <a:lnTo>
                    <a:pt x="398373" y="87350"/>
                  </a:lnTo>
                  <a:lnTo>
                    <a:pt x="386016" y="81978"/>
                  </a:lnTo>
                  <a:lnTo>
                    <a:pt x="386093" y="82017"/>
                  </a:lnTo>
                  <a:lnTo>
                    <a:pt x="373494" y="76822"/>
                  </a:lnTo>
                  <a:lnTo>
                    <a:pt x="373571" y="76848"/>
                  </a:lnTo>
                  <a:lnTo>
                    <a:pt x="360756" y="71831"/>
                  </a:lnTo>
                  <a:lnTo>
                    <a:pt x="360832" y="71856"/>
                  </a:lnTo>
                  <a:lnTo>
                    <a:pt x="347789" y="66992"/>
                  </a:lnTo>
                  <a:lnTo>
                    <a:pt x="347866" y="67031"/>
                  </a:lnTo>
                  <a:lnTo>
                    <a:pt x="334602" y="62347"/>
                  </a:lnTo>
                  <a:lnTo>
                    <a:pt x="321208" y="57861"/>
                  </a:lnTo>
                  <a:lnTo>
                    <a:pt x="321272" y="57887"/>
                  </a:lnTo>
                  <a:lnTo>
                    <a:pt x="307594" y="53568"/>
                  </a:lnTo>
                  <a:lnTo>
                    <a:pt x="307670" y="53581"/>
                  </a:lnTo>
                  <a:lnTo>
                    <a:pt x="293789" y="49441"/>
                  </a:lnTo>
                  <a:lnTo>
                    <a:pt x="293865" y="49466"/>
                  </a:lnTo>
                  <a:lnTo>
                    <a:pt x="279794" y="45504"/>
                  </a:lnTo>
                  <a:lnTo>
                    <a:pt x="279870" y="45529"/>
                  </a:lnTo>
                  <a:lnTo>
                    <a:pt x="265595" y="41758"/>
                  </a:lnTo>
                  <a:lnTo>
                    <a:pt x="265671" y="41783"/>
                  </a:lnTo>
                  <a:lnTo>
                    <a:pt x="251219" y="38202"/>
                  </a:lnTo>
                  <a:lnTo>
                    <a:pt x="251295" y="38227"/>
                  </a:lnTo>
                  <a:lnTo>
                    <a:pt x="236652" y="34836"/>
                  </a:lnTo>
                  <a:lnTo>
                    <a:pt x="236728" y="34849"/>
                  </a:lnTo>
                  <a:lnTo>
                    <a:pt x="221928" y="31675"/>
                  </a:lnTo>
                  <a:lnTo>
                    <a:pt x="207056" y="28711"/>
                  </a:lnTo>
                  <a:lnTo>
                    <a:pt x="191935" y="25933"/>
                  </a:lnTo>
                  <a:lnTo>
                    <a:pt x="191998" y="25946"/>
                  </a:lnTo>
                  <a:lnTo>
                    <a:pt x="176767" y="23380"/>
                  </a:lnTo>
                  <a:lnTo>
                    <a:pt x="161303" y="21018"/>
                  </a:lnTo>
                  <a:lnTo>
                    <a:pt x="161379" y="21031"/>
                  </a:lnTo>
                  <a:lnTo>
                    <a:pt x="145771" y="18872"/>
                  </a:lnTo>
                  <a:lnTo>
                    <a:pt x="145834" y="18885"/>
                  </a:lnTo>
                  <a:lnTo>
                    <a:pt x="130073" y="16942"/>
                  </a:lnTo>
                  <a:lnTo>
                    <a:pt x="130149" y="16942"/>
                  </a:lnTo>
                  <a:lnTo>
                    <a:pt x="114249" y="15227"/>
                  </a:lnTo>
                  <a:lnTo>
                    <a:pt x="114325" y="15227"/>
                  </a:lnTo>
                  <a:lnTo>
                    <a:pt x="98285" y="13729"/>
                  </a:lnTo>
                  <a:lnTo>
                    <a:pt x="98361" y="13741"/>
                  </a:lnTo>
                  <a:lnTo>
                    <a:pt x="82194" y="12459"/>
                  </a:lnTo>
                  <a:lnTo>
                    <a:pt x="82271" y="12459"/>
                  </a:lnTo>
                  <a:lnTo>
                    <a:pt x="65977" y="11405"/>
                  </a:lnTo>
                  <a:lnTo>
                    <a:pt x="66053" y="11417"/>
                  </a:lnTo>
                  <a:lnTo>
                    <a:pt x="49644" y="10592"/>
                  </a:lnTo>
                  <a:lnTo>
                    <a:pt x="49708" y="10592"/>
                  </a:lnTo>
                  <a:lnTo>
                    <a:pt x="33198" y="9995"/>
                  </a:lnTo>
                  <a:lnTo>
                    <a:pt x="33261" y="9995"/>
                  </a:lnTo>
                  <a:lnTo>
                    <a:pt x="16637" y="9639"/>
                  </a:lnTo>
                  <a:lnTo>
                    <a:pt x="16701" y="9639"/>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1" name="Rectangle 10"/>
            <p:cNvSpPr/>
            <p:nvPr/>
          </p:nvSpPr>
          <p:spPr>
            <a:xfrm>
              <a:off x="2395728" y="182962"/>
              <a:ext cx="650383"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b="1" dirty="0">
                  <a:solidFill>
                    <a:srgbClr val="000000"/>
                  </a:solidFill>
                  <a:effectLst/>
                  <a:latin typeface="Calibri" panose="020F0502020204030204" pitchFamily="34" charset="0"/>
                  <a:ea typeface="Cambria" panose="02040503050406030204" pitchFamily="18" charset="0"/>
                  <a:cs typeface="Cambria" panose="02040503050406030204" pitchFamily="18" charset="0"/>
                </a:rPr>
                <a:t>Online fee payment</a:t>
              </a:r>
              <a:endParaRPr lang="en-GB"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2" name="Rectangle 11"/>
            <p:cNvSpPr/>
            <p:nvPr/>
          </p:nvSpPr>
          <p:spPr>
            <a:xfrm>
              <a:off x="2923019" y="182962"/>
              <a:ext cx="313948"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endParaRPr lang="en-GB" sz="1400"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3" name="Rectangle 12"/>
            <p:cNvSpPr/>
            <p:nvPr/>
          </p:nvSpPr>
          <p:spPr>
            <a:xfrm>
              <a:off x="2395728" y="432911"/>
              <a:ext cx="876637"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endParaRPr lang="en-GB" sz="2400"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4" name="Shape 1325"/>
            <p:cNvSpPr/>
            <p:nvPr/>
          </p:nvSpPr>
          <p:spPr>
            <a:xfrm>
              <a:off x="1297242" y="297155"/>
              <a:ext cx="840169" cy="76187"/>
            </a:xfrm>
            <a:custGeom>
              <a:avLst/>
              <a:gdLst/>
              <a:ahLst/>
              <a:cxnLst/>
              <a:rect l="0" t="0" r="0" b="0"/>
              <a:pathLst>
                <a:path w="840169" h="76187">
                  <a:moveTo>
                    <a:pt x="763511" y="0"/>
                  </a:moveTo>
                  <a:lnTo>
                    <a:pt x="840169" y="37173"/>
                  </a:lnTo>
                  <a:lnTo>
                    <a:pt x="764438" y="76187"/>
                  </a:lnTo>
                  <a:lnTo>
                    <a:pt x="764027" y="42852"/>
                  </a:lnTo>
                  <a:lnTo>
                    <a:pt x="127" y="52095"/>
                  </a:lnTo>
                  <a:lnTo>
                    <a:pt x="0" y="42570"/>
                  </a:lnTo>
                  <a:lnTo>
                    <a:pt x="763911" y="33327"/>
                  </a:lnTo>
                  <a:lnTo>
                    <a:pt x="76351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5" name="Shape 1327"/>
            <p:cNvSpPr/>
            <p:nvPr/>
          </p:nvSpPr>
          <p:spPr>
            <a:xfrm>
              <a:off x="4301173" y="244475"/>
              <a:ext cx="520383" cy="296545"/>
            </a:xfrm>
            <a:custGeom>
              <a:avLst/>
              <a:gdLst/>
              <a:ahLst/>
              <a:cxnLst/>
              <a:rect l="0" t="0" r="0" b="0"/>
              <a:pathLst>
                <a:path w="520383" h="296545">
                  <a:moveTo>
                    <a:pt x="0" y="0"/>
                  </a:moveTo>
                  <a:lnTo>
                    <a:pt x="520383" y="0"/>
                  </a:lnTo>
                  <a:lnTo>
                    <a:pt x="520383" y="9525"/>
                  </a:lnTo>
                  <a:lnTo>
                    <a:pt x="9525" y="9525"/>
                  </a:lnTo>
                  <a:lnTo>
                    <a:pt x="9525" y="287020"/>
                  </a:lnTo>
                  <a:lnTo>
                    <a:pt x="520383" y="287020"/>
                  </a:lnTo>
                  <a:lnTo>
                    <a:pt x="520383" y="296545"/>
                  </a:lnTo>
                  <a:lnTo>
                    <a:pt x="0" y="29654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6" name="Shape 1328"/>
            <p:cNvSpPr/>
            <p:nvPr/>
          </p:nvSpPr>
          <p:spPr>
            <a:xfrm>
              <a:off x="4821555" y="244475"/>
              <a:ext cx="520383" cy="296545"/>
            </a:xfrm>
            <a:custGeom>
              <a:avLst/>
              <a:gdLst/>
              <a:ahLst/>
              <a:cxnLst/>
              <a:rect l="0" t="0" r="0" b="0"/>
              <a:pathLst>
                <a:path w="520383" h="296545">
                  <a:moveTo>
                    <a:pt x="0" y="0"/>
                  </a:moveTo>
                  <a:lnTo>
                    <a:pt x="520383" y="0"/>
                  </a:lnTo>
                  <a:lnTo>
                    <a:pt x="520383" y="296545"/>
                  </a:lnTo>
                  <a:lnTo>
                    <a:pt x="0" y="296545"/>
                  </a:lnTo>
                  <a:lnTo>
                    <a:pt x="0" y="287020"/>
                  </a:lnTo>
                  <a:lnTo>
                    <a:pt x="510858" y="287020"/>
                  </a:lnTo>
                  <a:lnTo>
                    <a:pt x="510858"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7" name="Rectangle 16"/>
            <p:cNvSpPr/>
            <p:nvPr/>
          </p:nvSpPr>
          <p:spPr>
            <a:xfrm>
              <a:off x="4724400" y="335362"/>
              <a:ext cx="453133"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b="1" dirty="0">
                  <a:solidFill>
                    <a:srgbClr val="000000"/>
                  </a:solidFill>
                  <a:latin typeface="Calibri" panose="020F0502020204030204" pitchFamily="34" charset="0"/>
                  <a:ea typeface="Cambria" panose="02040503050406030204" pitchFamily="18" charset="0"/>
                  <a:cs typeface="Cambria" panose="02040503050406030204" pitchFamily="18" charset="0"/>
                </a:rPr>
                <a:t>User</a:t>
              </a:r>
              <a:endParaRPr lang="en-GB"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8" name="Shape 1330"/>
            <p:cNvSpPr/>
            <p:nvPr/>
          </p:nvSpPr>
          <p:spPr>
            <a:xfrm>
              <a:off x="3434080" y="316243"/>
              <a:ext cx="871919" cy="76187"/>
            </a:xfrm>
            <a:custGeom>
              <a:avLst/>
              <a:gdLst/>
              <a:ahLst/>
              <a:cxnLst/>
              <a:rect l="0" t="0" r="0" b="0"/>
              <a:pathLst>
                <a:path w="871919" h="76187">
                  <a:moveTo>
                    <a:pt x="75717" y="0"/>
                  </a:moveTo>
                  <a:lnTo>
                    <a:pt x="76140" y="33331"/>
                  </a:lnTo>
                  <a:lnTo>
                    <a:pt x="871792" y="23482"/>
                  </a:lnTo>
                  <a:lnTo>
                    <a:pt x="871919" y="33007"/>
                  </a:lnTo>
                  <a:lnTo>
                    <a:pt x="76259" y="42855"/>
                  </a:lnTo>
                  <a:lnTo>
                    <a:pt x="76670" y="76187"/>
                  </a:lnTo>
                  <a:lnTo>
                    <a:pt x="0" y="39040"/>
                  </a:lnTo>
                  <a:lnTo>
                    <a:pt x="7571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 name="Shape 1332"/>
            <p:cNvSpPr/>
            <p:nvPr/>
          </p:nvSpPr>
          <p:spPr>
            <a:xfrm>
              <a:off x="2270443" y="1179830"/>
              <a:ext cx="541655" cy="339090"/>
            </a:xfrm>
            <a:custGeom>
              <a:avLst/>
              <a:gdLst/>
              <a:ahLst/>
              <a:cxnLst/>
              <a:rect l="0" t="0" r="0" b="0"/>
              <a:pathLst>
                <a:path w="541655" h="339090">
                  <a:moveTo>
                    <a:pt x="0" y="0"/>
                  </a:moveTo>
                  <a:lnTo>
                    <a:pt x="541655" y="0"/>
                  </a:lnTo>
                  <a:lnTo>
                    <a:pt x="541655" y="9525"/>
                  </a:lnTo>
                  <a:lnTo>
                    <a:pt x="9525" y="9525"/>
                  </a:lnTo>
                  <a:lnTo>
                    <a:pt x="9525" y="329565"/>
                  </a:lnTo>
                  <a:lnTo>
                    <a:pt x="541655" y="329565"/>
                  </a:lnTo>
                  <a:lnTo>
                    <a:pt x="541655" y="339090"/>
                  </a:lnTo>
                  <a:lnTo>
                    <a:pt x="0" y="33909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 name="Shape 1333"/>
            <p:cNvSpPr/>
            <p:nvPr/>
          </p:nvSpPr>
          <p:spPr>
            <a:xfrm>
              <a:off x="2812097" y="1179830"/>
              <a:ext cx="541655" cy="339090"/>
            </a:xfrm>
            <a:custGeom>
              <a:avLst/>
              <a:gdLst/>
              <a:ahLst/>
              <a:cxnLst/>
              <a:rect l="0" t="0" r="0" b="0"/>
              <a:pathLst>
                <a:path w="541655" h="339090">
                  <a:moveTo>
                    <a:pt x="0" y="0"/>
                  </a:moveTo>
                  <a:lnTo>
                    <a:pt x="541655" y="0"/>
                  </a:lnTo>
                  <a:lnTo>
                    <a:pt x="541655" y="339090"/>
                  </a:lnTo>
                  <a:lnTo>
                    <a:pt x="0" y="339090"/>
                  </a:lnTo>
                  <a:lnTo>
                    <a:pt x="0" y="329565"/>
                  </a:lnTo>
                  <a:lnTo>
                    <a:pt x="532130" y="329565"/>
                  </a:lnTo>
                  <a:lnTo>
                    <a:pt x="532130"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1" name="Rectangle 20"/>
            <p:cNvSpPr/>
            <p:nvPr/>
          </p:nvSpPr>
          <p:spPr>
            <a:xfrm>
              <a:off x="2452116" y="1271111"/>
              <a:ext cx="870728"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b="1" dirty="0">
                  <a:solidFill>
                    <a:srgbClr val="000000"/>
                  </a:solidFill>
                  <a:latin typeface="Calibri" panose="020F0502020204030204" pitchFamily="34" charset="0"/>
                  <a:ea typeface="Cambria" panose="02040503050406030204" pitchFamily="18" charset="0"/>
                  <a:cs typeface="Cambria" panose="02040503050406030204" pitchFamily="18" charset="0"/>
                </a:rPr>
                <a:t>   Student</a:t>
              </a:r>
              <a:endParaRPr lang="en-GB"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2" name="Shape 1335"/>
            <p:cNvSpPr/>
            <p:nvPr/>
          </p:nvSpPr>
          <p:spPr>
            <a:xfrm>
              <a:off x="2779395" y="705803"/>
              <a:ext cx="76200" cy="478790"/>
            </a:xfrm>
            <a:custGeom>
              <a:avLst/>
              <a:gdLst/>
              <a:ahLst/>
              <a:cxnLst/>
              <a:rect l="0" t="0" r="0" b="0"/>
              <a:pathLst>
                <a:path w="76200" h="478790">
                  <a:moveTo>
                    <a:pt x="38100" y="0"/>
                  </a:moveTo>
                  <a:lnTo>
                    <a:pt x="76200" y="76200"/>
                  </a:lnTo>
                  <a:lnTo>
                    <a:pt x="42863" y="76200"/>
                  </a:lnTo>
                  <a:lnTo>
                    <a:pt x="42863" y="478790"/>
                  </a:lnTo>
                  <a:lnTo>
                    <a:pt x="33338" y="478790"/>
                  </a:lnTo>
                  <a:lnTo>
                    <a:pt x="33338"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Admin</a:t>
            </a:r>
          </a:p>
        </p:txBody>
      </p:sp>
      <p:grpSp>
        <p:nvGrpSpPr>
          <p:cNvPr id="4" name="Content Placeholder 3"/>
          <p:cNvGrpSpPr>
            <a:grpSpLocks noGrp="1"/>
          </p:cNvGrpSpPr>
          <p:nvPr/>
        </p:nvGrpSpPr>
        <p:grpSpPr>
          <a:xfrm>
            <a:off x="228600" y="1600200"/>
            <a:ext cx="8610600" cy="4525963"/>
            <a:chOff x="0" y="0"/>
            <a:chExt cx="6472948" cy="2603500"/>
          </a:xfrm>
        </p:grpSpPr>
        <p:sp>
          <p:nvSpPr>
            <p:cNvPr id="5" name="Rectangle 4"/>
            <p:cNvSpPr/>
            <p:nvPr/>
          </p:nvSpPr>
          <p:spPr>
            <a:xfrm>
              <a:off x="5012245" y="141954"/>
              <a:ext cx="777310"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Student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6" name="Rectangle 5"/>
            <p:cNvSpPr/>
            <p:nvPr/>
          </p:nvSpPr>
          <p:spPr>
            <a:xfrm>
              <a:off x="5637086" y="141954"/>
              <a:ext cx="655869"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details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7" name="Rectangle 6"/>
            <p:cNvSpPr/>
            <p:nvPr/>
          </p:nvSpPr>
          <p:spPr>
            <a:xfrm>
              <a:off x="5012245" y="753065"/>
              <a:ext cx="403927"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OTP</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8" name="Rectangle 7"/>
            <p:cNvSpPr/>
            <p:nvPr/>
          </p:nvSpPr>
          <p:spPr>
            <a:xfrm>
              <a:off x="5356657" y="753065"/>
              <a:ext cx="1116291"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verification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9" name="Rectangle 8"/>
            <p:cNvSpPr/>
            <p:nvPr/>
          </p:nvSpPr>
          <p:spPr>
            <a:xfrm>
              <a:off x="5108257" y="1362665"/>
              <a:ext cx="462114"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Staff</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0" name="Rectangle 9"/>
            <p:cNvSpPr/>
            <p:nvPr/>
          </p:nvSpPr>
          <p:spPr>
            <a:xfrm>
              <a:off x="5493817" y="1362665"/>
              <a:ext cx="582457"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salary</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1" name="Rectangle 10"/>
            <p:cNvSpPr/>
            <p:nvPr/>
          </p:nvSpPr>
          <p:spPr>
            <a:xfrm>
              <a:off x="1633538" y="1691862"/>
              <a:ext cx="662267"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Invalid</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2" name="Rectangle 11"/>
            <p:cNvSpPr/>
            <p:nvPr/>
          </p:nvSpPr>
          <p:spPr>
            <a:xfrm>
              <a:off x="5108257" y="2021047"/>
              <a:ext cx="485952"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Send</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3" name="Rectangle 12"/>
            <p:cNvSpPr/>
            <p:nvPr/>
          </p:nvSpPr>
          <p:spPr>
            <a:xfrm>
              <a:off x="5512118" y="2021047"/>
              <a:ext cx="388895"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info</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4" name="Rectangle 13"/>
            <p:cNvSpPr/>
            <p:nvPr/>
          </p:nvSpPr>
          <p:spPr>
            <a:xfrm>
              <a:off x="5842826" y="2021047"/>
              <a:ext cx="210536"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to</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5" name="Rectangle 14"/>
            <p:cNvSpPr/>
            <p:nvPr/>
          </p:nvSpPr>
          <p:spPr>
            <a:xfrm>
              <a:off x="5170729" y="2351754"/>
              <a:ext cx="870728"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Students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 name="Shape 1337"/>
            <p:cNvSpPr/>
            <p:nvPr/>
          </p:nvSpPr>
          <p:spPr>
            <a:xfrm>
              <a:off x="0" y="1075055"/>
              <a:ext cx="472757" cy="264795"/>
            </a:xfrm>
            <a:custGeom>
              <a:avLst/>
              <a:gdLst/>
              <a:ahLst/>
              <a:cxnLst/>
              <a:rect l="0" t="0" r="0" b="0"/>
              <a:pathLst>
                <a:path w="472757" h="264795">
                  <a:moveTo>
                    <a:pt x="0" y="0"/>
                  </a:moveTo>
                  <a:lnTo>
                    <a:pt x="472757" y="0"/>
                  </a:lnTo>
                  <a:lnTo>
                    <a:pt x="472757" y="9525"/>
                  </a:lnTo>
                  <a:lnTo>
                    <a:pt x="9525" y="9525"/>
                  </a:lnTo>
                  <a:lnTo>
                    <a:pt x="9525" y="255270"/>
                  </a:lnTo>
                  <a:lnTo>
                    <a:pt x="472757" y="255270"/>
                  </a:lnTo>
                  <a:lnTo>
                    <a:pt x="472757" y="264795"/>
                  </a:lnTo>
                  <a:lnTo>
                    <a:pt x="0" y="26479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7" name="Shape 1338"/>
            <p:cNvSpPr/>
            <p:nvPr/>
          </p:nvSpPr>
          <p:spPr>
            <a:xfrm>
              <a:off x="472757" y="1075055"/>
              <a:ext cx="472757" cy="264795"/>
            </a:xfrm>
            <a:custGeom>
              <a:avLst/>
              <a:gdLst/>
              <a:ahLst/>
              <a:cxnLst/>
              <a:rect l="0" t="0" r="0" b="0"/>
              <a:pathLst>
                <a:path w="472757" h="264795">
                  <a:moveTo>
                    <a:pt x="0" y="0"/>
                  </a:moveTo>
                  <a:lnTo>
                    <a:pt x="472757" y="0"/>
                  </a:lnTo>
                  <a:lnTo>
                    <a:pt x="472757" y="264795"/>
                  </a:lnTo>
                  <a:lnTo>
                    <a:pt x="0" y="264795"/>
                  </a:lnTo>
                  <a:lnTo>
                    <a:pt x="0" y="255270"/>
                  </a:lnTo>
                  <a:lnTo>
                    <a:pt x="463232" y="255270"/>
                  </a:lnTo>
                  <a:lnTo>
                    <a:pt x="463232" y="9525"/>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8" name="Rectangle 17"/>
            <p:cNvSpPr/>
            <p:nvPr/>
          </p:nvSpPr>
          <p:spPr>
            <a:xfrm>
              <a:off x="220777" y="1166082"/>
              <a:ext cx="648093"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Admin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9" name="Shape 1341"/>
            <p:cNvSpPr/>
            <p:nvPr/>
          </p:nvSpPr>
          <p:spPr>
            <a:xfrm>
              <a:off x="1413510" y="1014095"/>
              <a:ext cx="494347" cy="402590"/>
            </a:xfrm>
            <a:custGeom>
              <a:avLst/>
              <a:gdLst/>
              <a:ahLst/>
              <a:cxnLst/>
              <a:rect l="0" t="0" r="0" b="0"/>
              <a:pathLst>
                <a:path w="494347" h="402590">
                  <a:moveTo>
                    <a:pt x="494347" y="0"/>
                  </a:moveTo>
                  <a:lnTo>
                    <a:pt x="494347" y="9525"/>
                  </a:lnTo>
                  <a:lnTo>
                    <a:pt x="481736" y="9589"/>
                  </a:lnTo>
                  <a:lnTo>
                    <a:pt x="481787" y="9589"/>
                  </a:lnTo>
                  <a:lnTo>
                    <a:pt x="469227" y="9778"/>
                  </a:lnTo>
                  <a:lnTo>
                    <a:pt x="469278" y="9778"/>
                  </a:lnTo>
                  <a:lnTo>
                    <a:pt x="456793" y="10096"/>
                  </a:lnTo>
                  <a:lnTo>
                    <a:pt x="456844" y="10096"/>
                  </a:lnTo>
                  <a:lnTo>
                    <a:pt x="444462" y="10541"/>
                  </a:lnTo>
                  <a:lnTo>
                    <a:pt x="444513" y="10541"/>
                  </a:lnTo>
                  <a:lnTo>
                    <a:pt x="432206" y="11099"/>
                  </a:lnTo>
                  <a:lnTo>
                    <a:pt x="432257" y="11099"/>
                  </a:lnTo>
                  <a:lnTo>
                    <a:pt x="420052" y="11785"/>
                  </a:lnTo>
                  <a:lnTo>
                    <a:pt x="420129" y="11773"/>
                  </a:lnTo>
                  <a:lnTo>
                    <a:pt x="396024" y="13500"/>
                  </a:lnTo>
                  <a:lnTo>
                    <a:pt x="396113" y="13500"/>
                  </a:lnTo>
                  <a:lnTo>
                    <a:pt x="372427" y="15697"/>
                  </a:lnTo>
                  <a:lnTo>
                    <a:pt x="372529" y="15684"/>
                  </a:lnTo>
                  <a:lnTo>
                    <a:pt x="349364" y="18319"/>
                  </a:lnTo>
                  <a:lnTo>
                    <a:pt x="326657" y="21412"/>
                  </a:lnTo>
                  <a:lnTo>
                    <a:pt x="326758" y="21386"/>
                  </a:lnTo>
                  <a:lnTo>
                    <a:pt x="304521" y="24905"/>
                  </a:lnTo>
                  <a:lnTo>
                    <a:pt x="304635" y="24892"/>
                  </a:lnTo>
                  <a:lnTo>
                    <a:pt x="282943" y="28828"/>
                  </a:lnTo>
                  <a:lnTo>
                    <a:pt x="283045" y="28804"/>
                  </a:lnTo>
                  <a:lnTo>
                    <a:pt x="261969" y="33141"/>
                  </a:lnTo>
                  <a:lnTo>
                    <a:pt x="241554" y="37859"/>
                  </a:lnTo>
                  <a:lnTo>
                    <a:pt x="241668" y="37833"/>
                  </a:lnTo>
                  <a:lnTo>
                    <a:pt x="221805" y="42938"/>
                  </a:lnTo>
                  <a:lnTo>
                    <a:pt x="221920" y="42900"/>
                  </a:lnTo>
                  <a:lnTo>
                    <a:pt x="202799" y="48368"/>
                  </a:lnTo>
                  <a:lnTo>
                    <a:pt x="184353" y="54178"/>
                  </a:lnTo>
                  <a:lnTo>
                    <a:pt x="184493" y="54140"/>
                  </a:lnTo>
                  <a:lnTo>
                    <a:pt x="166813" y="60282"/>
                  </a:lnTo>
                  <a:lnTo>
                    <a:pt x="149878" y="66770"/>
                  </a:lnTo>
                  <a:lnTo>
                    <a:pt x="133794" y="73546"/>
                  </a:lnTo>
                  <a:lnTo>
                    <a:pt x="133947" y="73469"/>
                  </a:lnTo>
                  <a:lnTo>
                    <a:pt x="118567" y="80607"/>
                  </a:lnTo>
                  <a:lnTo>
                    <a:pt x="118682" y="80543"/>
                  </a:lnTo>
                  <a:lnTo>
                    <a:pt x="111303" y="84226"/>
                  </a:lnTo>
                  <a:lnTo>
                    <a:pt x="111392" y="84175"/>
                  </a:lnTo>
                  <a:lnTo>
                    <a:pt x="104229" y="87922"/>
                  </a:lnTo>
                  <a:lnTo>
                    <a:pt x="104318" y="87884"/>
                  </a:lnTo>
                  <a:lnTo>
                    <a:pt x="97418" y="91674"/>
                  </a:lnTo>
                  <a:lnTo>
                    <a:pt x="90767" y="95529"/>
                  </a:lnTo>
                  <a:lnTo>
                    <a:pt x="90856" y="95479"/>
                  </a:lnTo>
                  <a:lnTo>
                    <a:pt x="84366" y="99428"/>
                  </a:lnTo>
                  <a:lnTo>
                    <a:pt x="84468" y="99378"/>
                  </a:lnTo>
                  <a:lnTo>
                    <a:pt x="78219" y="103391"/>
                  </a:lnTo>
                  <a:lnTo>
                    <a:pt x="78321" y="103327"/>
                  </a:lnTo>
                  <a:lnTo>
                    <a:pt x="72301" y="107404"/>
                  </a:lnTo>
                  <a:lnTo>
                    <a:pt x="72403" y="107340"/>
                  </a:lnTo>
                  <a:lnTo>
                    <a:pt x="66624" y="111481"/>
                  </a:lnTo>
                  <a:lnTo>
                    <a:pt x="66738" y="111404"/>
                  </a:lnTo>
                  <a:lnTo>
                    <a:pt x="61201" y="115608"/>
                  </a:lnTo>
                  <a:lnTo>
                    <a:pt x="61315" y="115532"/>
                  </a:lnTo>
                  <a:lnTo>
                    <a:pt x="56032" y="119799"/>
                  </a:lnTo>
                  <a:lnTo>
                    <a:pt x="56147" y="119697"/>
                  </a:lnTo>
                  <a:lnTo>
                    <a:pt x="51177" y="123977"/>
                  </a:lnTo>
                  <a:lnTo>
                    <a:pt x="46456" y="128308"/>
                  </a:lnTo>
                  <a:lnTo>
                    <a:pt x="46571" y="128194"/>
                  </a:lnTo>
                  <a:lnTo>
                    <a:pt x="42144" y="132546"/>
                  </a:lnTo>
                  <a:lnTo>
                    <a:pt x="37922" y="136995"/>
                  </a:lnTo>
                  <a:lnTo>
                    <a:pt x="38049" y="136868"/>
                  </a:lnTo>
                  <a:lnTo>
                    <a:pt x="34061" y="141401"/>
                  </a:lnTo>
                  <a:lnTo>
                    <a:pt x="34188" y="141262"/>
                  </a:lnTo>
                  <a:lnTo>
                    <a:pt x="30496" y="145827"/>
                  </a:lnTo>
                  <a:lnTo>
                    <a:pt x="27165" y="150330"/>
                  </a:lnTo>
                  <a:lnTo>
                    <a:pt x="27280" y="150152"/>
                  </a:lnTo>
                  <a:lnTo>
                    <a:pt x="24130" y="154839"/>
                  </a:lnTo>
                  <a:lnTo>
                    <a:pt x="24244" y="154648"/>
                  </a:lnTo>
                  <a:lnTo>
                    <a:pt x="21414" y="159320"/>
                  </a:lnTo>
                  <a:lnTo>
                    <a:pt x="18993" y="163781"/>
                  </a:lnTo>
                  <a:lnTo>
                    <a:pt x="16765" y="168446"/>
                  </a:lnTo>
                  <a:lnTo>
                    <a:pt x="14840" y="173101"/>
                  </a:lnTo>
                  <a:lnTo>
                    <a:pt x="13198" y="177829"/>
                  </a:lnTo>
                  <a:lnTo>
                    <a:pt x="11896" y="182425"/>
                  </a:lnTo>
                  <a:lnTo>
                    <a:pt x="10870" y="187089"/>
                  </a:lnTo>
                  <a:lnTo>
                    <a:pt x="10109" y="191922"/>
                  </a:lnTo>
                  <a:lnTo>
                    <a:pt x="10134" y="191630"/>
                  </a:lnTo>
                  <a:lnTo>
                    <a:pt x="9670" y="196614"/>
                  </a:lnTo>
                  <a:lnTo>
                    <a:pt x="9530" y="201295"/>
                  </a:lnTo>
                  <a:lnTo>
                    <a:pt x="9670" y="205976"/>
                  </a:lnTo>
                  <a:lnTo>
                    <a:pt x="10134" y="210959"/>
                  </a:lnTo>
                  <a:lnTo>
                    <a:pt x="10109" y="210668"/>
                  </a:lnTo>
                  <a:lnTo>
                    <a:pt x="10869" y="215499"/>
                  </a:lnTo>
                  <a:lnTo>
                    <a:pt x="11896" y="220166"/>
                  </a:lnTo>
                  <a:lnTo>
                    <a:pt x="13217" y="224828"/>
                  </a:lnTo>
                  <a:lnTo>
                    <a:pt x="14837" y="229482"/>
                  </a:lnTo>
                  <a:lnTo>
                    <a:pt x="16765" y="234145"/>
                  </a:lnTo>
                  <a:lnTo>
                    <a:pt x="18990" y="238803"/>
                  </a:lnTo>
                  <a:lnTo>
                    <a:pt x="21410" y="243263"/>
                  </a:lnTo>
                  <a:lnTo>
                    <a:pt x="24244" y="247942"/>
                  </a:lnTo>
                  <a:lnTo>
                    <a:pt x="24130" y="247752"/>
                  </a:lnTo>
                  <a:lnTo>
                    <a:pt x="27280" y="252438"/>
                  </a:lnTo>
                  <a:lnTo>
                    <a:pt x="27165" y="252260"/>
                  </a:lnTo>
                  <a:lnTo>
                    <a:pt x="30594" y="256908"/>
                  </a:lnTo>
                  <a:lnTo>
                    <a:pt x="30480" y="256743"/>
                  </a:lnTo>
                  <a:lnTo>
                    <a:pt x="34188" y="261327"/>
                  </a:lnTo>
                  <a:lnTo>
                    <a:pt x="34061" y="261188"/>
                  </a:lnTo>
                  <a:lnTo>
                    <a:pt x="37973" y="265649"/>
                  </a:lnTo>
                  <a:lnTo>
                    <a:pt x="42144" y="270044"/>
                  </a:lnTo>
                  <a:lnTo>
                    <a:pt x="46571" y="274396"/>
                  </a:lnTo>
                  <a:lnTo>
                    <a:pt x="46456" y="274282"/>
                  </a:lnTo>
                  <a:lnTo>
                    <a:pt x="51163" y="278601"/>
                  </a:lnTo>
                  <a:lnTo>
                    <a:pt x="56147" y="282892"/>
                  </a:lnTo>
                  <a:lnTo>
                    <a:pt x="56032" y="282791"/>
                  </a:lnTo>
                  <a:lnTo>
                    <a:pt x="61315" y="287058"/>
                  </a:lnTo>
                  <a:lnTo>
                    <a:pt x="61201" y="286982"/>
                  </a:lnTo>
                  <a:lnTo>
                    <a:pt x="66738" y="291185"/>
                  </a:lnTo>
                  <a:lnTo>
                    <a:pt x="66624" y="291109"/>
                  </a:lnTo>
                  <a:lnTo>
                    <a:pt x="72403" y="295249"/>
                  </a:lnTo>
                  <a:lnTo>
                    <a:pt x="72301" y="295186"/>
                  </a:lnTo>
                  <a:lnTo>
                    <a:pt x="78321" y="299262"/>
                  </a:lnTo>
                  <a:lnTo>
                    <a:pt x="78219" y="299199"/>
                  </a:lnTo>
                  <a:lnTo>
                    <a:pt x="84468" y="303213"/>
                  </a:lnTo>
                  <a:lnTo>
                    <a:pt x="84366" y="303161"/>
                  </a:lnTo>
                  <a:lnTo>
                    <a:pt x="90856" y="307112"/>
                  </a:lnTo>
                  <a:lnTo>
                    <a:pt x="90767" y="307060"/>
                  </a:lnTo>
                  <a:lnTo>
                    <a:pt x="97393" y="310901"/>
                  </a:lnTo>
                  <a:lnTo>
                    <a:pt x="104318" y="314706"/>
                  </a:lnTo>
                  <a:lnTo>
                    <a:pt x="104229" y="314668"/>
                  </a:lnTo>
                  <a:lnTo>
                    <a:pt x="111392" y="318414"/>
                  </a:lnTo>
                  <a:lnTo>
                    <a:pt x="111303" y="318364"/>
                  </a:lnTo>
                  <a:lnTo>
                    <a:pt x="118682" y="322046"/>
                  </a:lnTo>
                  <a:lnTo>
                    <a:pt x="118567" y="321983"/>
                  </a:lnTo>
                  <a:lnTo>
                    <a:pt x="133947" y="329120"/>
                  </a:lnTo>
                  <a:lnTo>
                    <a:pt x="133794" y="329044"/>
                  </a:lnTo>
                  <a:lnTo>
                    <a:pt x="149898" y="335828"/>
                  </a:lnTo>
                  <a:lnTo>
                    <a:pt x="166792" y="342301"/>
                  </a:lnTo>
                  <a:lnTo>
                    <a:pt x="184493" y="348450"/>
                  </a:lnTo>
                  <a:lnTo>
                    <a:pt x="184353" y="348411"/>
                  </a:lnTo>
                  <a:lnTo>
                    <a:pt x="202799" y="354223"/>
                  </a:lnTo>
                  <a:lnTo>
                    <a:pt x="221920" y="359689"/>
                  </a:lnTo>
                  <a:lnTo>
                    <a:pt x="221805" y="359651"/>
                  </a:lnTo>
                  <a:lnTo>
                    <a:pt x="241668" y="364757"/>
                  </a:lnTo>
                  <a:lnTo>
                    <a:pt x="241554" y="364731"/>
                  </a:lnTo>
                  <a:lnTo>
                    <a:pt x="261969" y="369449"/>
                  </a:lnTo>
                  <a:lnTo>
                    <a:pt x="283045" y="373787"/>
                  </a:lnTo>
                  <a:lnTo>
                    <a:pt x="282943" y="373761"/>
                  </a:lnTo>
                  <a:lnTo>
                    <a:pt x="304635" y="377698"/>
                  </a:lnTo>
                  <a:lnTo>
                    <a:pt x="304521" y="377685"/>
                  </a:lnTo>
                  <a:lnTo>
                    <a:pt x="326758" y="381203"/>
                  </a:lnTo>
                  <a:lnTo>
                    <a:pt x="326657" y="381178"/>
                  </a:lnTo>
                  <a:lnTo>
                    <a:pt x="349330" y="384266"/>
                  </a:lnTo>
                  <a:lnTo>
                    <a:pt x="372529" y="386905"/>
                  </a:lnTo>
                  <a:lnTo>
                    <a:pt x="372427" y="386893"/>
                  </a:lnTo>
                  <a:lnTo>
                    <a:pt x="396113" y="389089"/>
                  </a:lnTo>
                  <a:lnTo>
                    <a:pt x="396024" y="389089"/>
                  </a:lnTo>
                  <a:lnTo>
                    <a:pt x="420129" y="390817"/>
                  </a:lnTo>
                  <a:lnTo>
                    <a:pt x="420052" y="390804"/>
                  </a:lnTo>
                  <a:lnTo>
                    <a:pt x="432257" y="391490"/>
                  </a:lnTo>
                  <a:lnTo>
                    <a:pt x="432206" y="391490"/>
                  </a:lnTo>
                  <a:lnTo>
                    <a:pt x="444513" y="392049"/>
                  </a:lnTo>
                  <a:lnTo>
                    <a:pt x="444462" y="392049"/>
                  </a:lnTo>
                  <a:lnTo>
                    <a:pt x="456844" y="392493"/>
                  </a:lnTo>
                  <a:lnTo>
                    <a:pt x="456793" y="392493"/>
                  </a:lnTo>
                  <a:lnTo>
                    <a:pt x="469278" y="392811"/>
                  </a:lnTo>
                  <a:lnTo>
                    <a:pt x="469227" y="392811"/>
                  </a:lnTo>
                  <a:lnTo>
                    <a:pt x="481787" y="393002"/>
                  </a:lnTo>
                  <a:lnTo>
                    <a:pt x="481736" y="393002"/>
                  </a:lnTo>
                  <a:lnTo>
                    <a:pt x="494347" y="393065"/>
                  </a:lnTo>
                  <a:lnTo>
                    <a:pt x="494347" y="402590"/>
                  </a:lnTo>
                  <a:lnTo>
                    <a:pt x="481660" y="402527"/>
                  </a:lnTo>
                  <a:lnTo>
                    <a:pt x="469062" y="402336"/>
                  </a:lnTo>
                  <a:lnTo>
                    <a:pt x="456527" y="402018"/>
                  </a:lnTo>
                  <a:lnTo>
                    <a:pt x="444093" y="401574"/>
                  </a:lnTo>
                  <a:lnTo>
                    <a:pt x="431749" y="401003"/>
                  </a:lnTo>
                  <a:lnTo>
                    <a:pt x="419481" y="400317"/>
                  </a:lnTo>
                  <a:lnTo>
                    <a:pt x="395288" y="398576"/>
                  </a:lnTo>
                  <a:lnTo>
                    <a:pt x="371500" y="396380"/>
                  </a:lnTo>
                  <a:lnTo>
                    <a:pt x="348170" y="393712"/>
                  </a:lnTo>
                  <a:lnTo>
                    <a:pt x="325323" y="390613"/>
                  </a:lnTo>
                  <a:lnTo>
                    <a:pt x="302984" y="387083"/>
                  </a:lnTo>
                  <a:lnTo>
                    <a:pt x="281191" y="383121"/>
                  </a:lnTo>
                  <a:lnTo>
                    <a:pt x="259969" y="378764"/>
                  </a:lnTo>
                  <a:lnTo>
                    <a:pt x="239357" y="374002"/>
                  </a:lnTo>
                  <a:lnTo>
                    <a:pt x="219367" y="368859"/>
                  </a:lnTo>
                  <a:lnTo>
                    <a:pt x="200050" y="363347"/>
                  </a:lnTo>
                  <a:lnTo>
                    <a:pt x="181432" y="357467"/>
                  </a:lnTo>
                  <a:lnTo>
                    <a:pt x="163525" y="351244"/>
                  </a:lnTo>
                  <a:lnTo>
                    <a:pt x="146380" y="344691"/>
                  </a:lnTo>
                  <a:lnTo>
                    <a:pt x="130022" y="337794"/>
                  </a:lnTo>
                  <a:lnTo>
                    <a:pt x="114490" y="330606"/>
                  </a:lnTo>
                  <a:lnTo>
                    <a:pt x="107023" y="326872"/>
                  </a:lnTo>
                  <a:lnTo>
                    <a:pt x="99771" y="323075"/>
                  </a:lnTo>
                  <a:lnTo>
                    <a:pt x="92748" y="319215"/>
                  </a:lnTo>
                  <a:lnTo>
                    <a:pt x="85941" y="315278"/>
                  </a:lnTo>
                  <a:lnTo>
                    <a:pt x="79362" y="311264"/>
                  </a:lnTo>
                  <a:lnTo>
                    <a:pt x="73012" y="307175"/>
                  </a:lnTo>
                  <a:lnTo>
                    <a:pt x="66903" y="303022"/>
                  </a:lnTo>
                  <a:lnTo>
                    <a:pt x="61023" y="298806"/>
                  </a:lnTo>
                  <a:lnTo>
                    <a:pt x="55385" y="294513"/>
                  </a:lnTo>
                  <a:lnTo>
                    <a:pt x="49987" y="290157"/>
                  </a:lnTo>
                  <a:lnTo>
                    <a:pt x="44844" y="285737"/>
                  </a:lnTo>
                  <a:lnTo>
                    <a:pt x="39954" y="281254"/>
                  </a:lnTo>
                  <a:lnTo>
                    <a:pt x="35319" y="276695"/>
                  </a:lnTo>
                  <a:lnTo>
                    <a:pt x="30950" y="272085"/>
                  </a:lnTo>
                  <a:lnTo>
                    <a:pt x="26848" y="267398"/>
                  </a:lnTo>
                  <a:lnTo>
                    <a:pt x="23012" y="262648"/>
                  </a:lnTo>
                  <a:lnTo>
                    <a:pt x="19444" y="257848"/>
                  </a:lnTo>
                  <a:lnTo>
                    <a:pt x="16167" y="252984"/>
                  </a:lnTo>
                  <a:lnTo>
                    <a:pt x="13170" y="248056"/>
                  </a:lnTo>
                  <a:lnTo>
                    <a:pt x="10465" y="243065"/>
                  </a:lnTo>
                  <a:lnTo>
                    <a:pt x="8052" y="238023"/>
                  </a:lnTo>
                  <a:lnTo>
                    <a:pt x="5956" y="232918"/>
                  </a:lnTo>
                  <a:lnTo>
                    <a:pt x="4153" y="227761"/>
                  </a:lnTo>
                  <a:lnTo>
                    <a:pt x="2667" y="222555"/>
                  </a:lnTo>
                  <a:lnTo>
                    <a:pt x="1511" y="217297"/>
                  </a:lnTo>
                  <a:lnTo>
                    <a:pt x="673" y="212001"/>
                  </a:lnTo>
                  <a:lnTo>
                    <a:pt x="165" y="206667"/>
                  </a:lnTo>
                  <a:lnTo>
                    <a:pt x="0" y="201295"/>
                  </a:lnTo>
                  <a:lnTo>
                    <a:pt x="165" y="195923"/>
                  </a:lnTo>
                  <a:lnTo>
                    <a:pt x="673" y="190588"/>
                  </a:lnTo>
                  <a:lnTo>
                    <a:pt x="1511" y="185293"/>
                  </a:lnTo>
                  <a:lnTo>
                    <a:pt x="2667" y="180035"/>
                  </a:lnTo>
                  <a:lnTo>
                    <a:pt x="4153" y="174828"/>
                  </a:lnTo>
                  <a:lnTo>
                    <a:pt x="5956" y="169672"/>
                  </a:lnTo>
                  <a:lnTo>
                    <a:pt x="8052" y="164567"/>
                  </a:lnTo>
                  <a:lnTo>
                    <a:pt x="10465" y="159524"/>
                  </a:lnTo>
                  <a:lnTo>
                    <a:pt x="13170" y="154533"/>
                  </a:lnTo>
                  <a:lnTo>
                    <a:pt x="16167" y="149606"/>
                  </a:lnTo>
                  <a:lnTo>
                    <a:pt x="19444" y="144742"/>
                  </a:lnTo>
                  <a:lnTo>
                    <a:pt x="23012" y="139941"/>
                  </a:lnTo>
                  <a:lnTo>
                    <a:pt x="26848" y="135191"/>
                  </a:lnTo>
                  <a:lnTo>
                    <a:pt x="30950" y="130518"/>
                  </a:lnTo>
                  <a:lnTo>
                    <a:pt x="35319" y="125895"/>
                  </a:lnTo>
                  <a:lnTo>
                    <a:pt x="39954" y="121336"/>
                  </a:lnTo>
                  <a:lnTo>
                    <a:pt x="44844" y="116853"/>
                  </a:lnTo>
                  <a:lnTo>
                    <a:pt x="49987" y="112433"/>
                  </a:lnTo>
                  <a:lnTo>
                    <a:pt x="55385" y="108077"/>
                  </a:lnTo>
                  <a:lnTo>
                    <a:pt x="61023" y="103784"/>
                  </a:lnTo>
                  <a:lnTo>
                    <a:pt x="66903" y="99568"/>
                  </a:lnTo>
                  <a:lnTo>
                    <a:pt x="73012" y="95415"/>
                  </a:lnTo>
                  <a:lnTo>
                    <a:pt x="79362" y="91325"/>
                  </a:lnTo>
                  <a:lnTo>
                    <a:pt x="85941" y="87313"/>
                  </a:lnTo>
                  <a:lnTo>
                    <a:pt x="92748" y="83376"/>
                  </a:lnTo>
                  <a:lnTo>
                    <a:pt x="99771" y="79515"/>
                  </a:lnTo>
                  <a:lnTo>
                    <a:pt x="107023" y="75717"/>
                  </a:lnTo>
                  <a:lnTo>
                    <a:pt x="114490" y="71983"/>
                  </a:lnTo>
                  <a:lnTo>
                    <a:pt x="130022" y="64795"/>
                  </a:lnTo>
                  <a:lnTo>
                    <a:pt x="146380" y="57912"/>
                  </a:lnTo>
                  <a:lnTo>
                    <a:pt x="163525" y="51346"/>
                  </a:lnTo>
                  <a:lnTo>
                    <a:pt x="181432" y="45123"/>
                  </a:lnTo>
                  <a:lnTo>
                    <a:pt x="200050" y="39243"/>
                  </a:lnTo>
                  <a:lnTo>
                    <a:pt x="219367" y="33731"/>
                  </a:lnTo>
                  <a:lnTo>
                    <a:pt x="239357" y="28587"/>
                  </a:lnTo>
                  <a:lnTo>
                    <a:pt x="259969" y="23825"/>
                  </a:lnTo>
                  <a:lnTo>
                    <a:pt x="281191" y="19469"/>
                  </a:lnTo>
                  <a:lnTo>
                    <a:pt x="302984" y="15507"/>
                  </a:lnTo>
                  <a:lnTo>
                    <a:pt x="325323" y="11976"/>
                  </a:lnTo>
                  <a:lnTo>
                    <a:pt x="348170" y="8877"/>
                  </a:lnTo>
                  <a:lnTo>
                    <a:pt x="371500" y="6210"/>
                  </a:lnTo>
                  <a:lnTo>
                    <a:pt x="395288" y="4013"/>
                  </a:lnTo>
                  <a:lnTo>
                    <a:pt x="419481" y="2274"/>
                  </a:lnTo>
                  <a:lnTo>
                    <a:pt x="431749" y="1588"/>
                  </a:lnTo>
                  <a:lnTo>
                    <a:pt x="444093" y="1016"/>
                  </a:lnTo>
                  <a:lnTo>
                    <a:pt x="456527" y="571"/>
                  </a:lnTo>
                  <a:lnTo>
                    <a:pt x="469062" y="253"/>
                  </a:lnTo>
                  <a:lnTo>
                    <a:pt x="481660" y="64"/>
                  </a:lnTo>
                  <a:lnTo>
                    <a:pt x="49434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 name="Shape 1342"/>
            <p:cNvSpPr/>
            <p:nvPr/>
          </p:nvSpPr>
          <p:spPr>
            <a:xfrm>
              <a:off x="1907857" y="1014095"/>
              <a:ext cx="494348" cy="402590"/>
            </a:xfrm>
            <a:custGeom>
              <a:avLst/>
              <a:gdLst/>
              <a:ahLst/>
              <a:cxnLst/>
              <a:rect l="0" t="0" r="0" b="0"/>
              <a:pathLst>
                <a:path w="494348" h="402590">
                  <a:moveTo>
                    <a:pt x="0" y="0"/>
                  </a:moveTo>
                  <a:lnTo>
                    <a:pt x="12687" y="64"/>
                  </a:lnTo>
                  <a:lnTo>
                    <a:pt x="25286" y="253"/>
                  </a:lnTo>
                  <a:lnTo>
                    <a:pt x="37808" y="571"/>
                  </a:lnTo>
                  <a:lnTo>
                    <a:pt x="50254" y="1016"/>
                  </a:lnTo>
                  <a:lnTo>
                    <a:pt x="62598" y="1588"/>
                  </a:lnTo>
                  <a:lnTo>
                    <a:pt x="74867" y="2274"/>
                  </a:lnTo>
                  <a:lnTo>
                    <a:pt x="99060" y="4013"/>
                  </a:lnTo>
                  <a:lnTo>
                    <a:pt x="122847" y="6210"/>
                  </a:lnTo>
                  <a:lnTo>
                    <a:pt x="146177" y="8877"/>
                  </a:lnTo>
                  <a:lnTo>
                    <a:pt x="169024" y="11976"/>
                  </a:lnTo>
                  <a:lnTo>
                    <a:pt x="191364" y="15507"/>
                  </a:lnTo>
                  <a:lnTo>
                    <a:pt x="213157" y="19469"/>
                  </a:lnTo>
                  <a:lnTo>
                    <a:pt x="234379" y="23825"/>
                  </a:lnTo>
                  <a:lnTo>
                    <a:pt x="254991" y="28587"/>
                  </a:lnTo>
                  <a:lnTo>
                    <a:pt x="274981" y="33731"/>
                  </a:lnTo>
                  <a:lnTo>
                    <a:pt x="294297" y="39243"/>
                  </a:lnTo>
                  <a:lnTo>
                    <a:pt x="312915" y="45123"/>
                  </a:lnTo>
                  <a:lnTo>
                    <a:pt x="330822" y="51346"/>
                  </a:lnTo>
                  <a:lnTo>
                    <a:pt x="347967" y="57912"/>
                  </a:lnTo>
                  <a:lnTo>
                    <a:pt x="364325" y="64795"/>
                  </a:lnTo>
                  <a:lnTo>
                    <a:pt x="379857" y="71983"/>
                  </a:lnTo>
                  <a:lnTo>
                    <a:pt x="387325" y="75717"/>
                  </a:lnTo>
                  <a:lnTo>
                    <a:pt x="394576" y="79515"/>
                  </a:lnTo>
                  <a:lnTo>
                    <a:pt x="401600" y="83376"/>
                  </a:lnTo>
                  <a:lnTo>
                    <a:pt x="408407" y="87313"/>
                  </a:lnTo>
                  <a:lnTo>
                    <a:pt x="414985" y="91325"/>
                  </a:lnTo>
                  <a:lnTo>
                    <a:pt x="421335" y="95415"/>
                  </a:lnTo>
                  <a:lnTo>
                    <a:pt x="427444" y="99568"/>
                  </a:lnTo>
                  <a:lnTo>
                    <a:pt x="433324" y="103784"/>
                  </a:lnTo>
                  <a:lnTo>
                    <a:pt x="438963" y="108077"/>
                  </a:lnTo>
                  <a:lnTo>
                    <a:pt x="444360" y="112433"/>
                  </a:lnTo>
                  <a:lnTo>
                    <a:pt x="449504" y="116853"/>
                  </a:lnTo>
                  <a:lnTo>
                    <a:pt x="454393" y="121336"/>
                  </a:lnTo>
                  <a:lnTo>
                    <a:pt x="459029" y="125895"/>
                  </a:lnTo>
                  <a:lnTo>
                    <a:pt x="463398" y="130518"/>
                  </a:lnTo>
                  <a:lnTo>
                    <a:pt x="467500" y="135191"/>
                  </a:lnTo>
                  <a:lnTo>
                    <a:pt x="471335" y="139941"/>
                  </a:lnTo>
                  <a:lnTo>
                    <a:pt x="474904" y="144742"/>
                  </a:lnTo>
                  <a:lnTo>
                    <a:pt x="478181" y="149606"/>
                  </a:lnTo>
                  <a:lnTo>
                    <a:pt x="481178" y="154533"/>
                  </a:lnTo>
                  <a:lnTo>
                    <a:pt x="483883" y="159524"/>
                  </a:lnTo>
                  <a:lnTo>
                    <a:pt x="486296" y="164567"/>
                  </a:lnTo>
                  <a:lnTo>
                    <a:pt x="488391" y="169672"/>
                  </a:lnTo>
                  <a:lnTo>
                    <a:pt x="490195" y="174828"/>
                  </a:lnTo>
                  <a:lnTo>
                    <a:pt x="491681" y="180035"/>
                  </a:lnTo>
                  <a:lnTo>
                    <a:pt x="492836" y="185293"/>
                  </a:lnTo>
                  <a:lnTo>
                    <a:pt x="493675" y="190588"/>
                  </a:lnTo>
                  <a:lnTo>
                    <a:pt x="494182" y="195923"/>
                  </a:lnTo>
                  <a:lnTo>
                    <a:pt x="494348" y="201295"/>
                  </a:lnTo>
                  <a:lnTo>
                    <a:pt x="494182" y="206667"/>
                  </a:lnTo>
                  <a:lnTo>
                    <a:pt x="493675" y="212001"/>
                  </a:lnTo>
                  <a:lnTo>
                    <a:pt x="492836" y="217297"/>
                  </a:lnTo>
                  <a:lnTo>
                    <a:pt x="491681" y="222555"/>
                  </a:lnTo>
                  <a:lnTo>
                    <a:pt x="490195" y="227761"/>
                  </a:lnTo>
                  <a:lnTo>
                    <a:pt x="488391" y="232918"/>
                  </a:lnTo>
                  <a:lnTo>
                    <a:pt x="486296" y="238023"/>
                  </a:lnTo>
                  <a:lnTo>
                    <a:pt x="483883" y="243065"/>
                  </a:lnTo>
                  <a:lnTo>
                    <a:pt x="481178" y="248056"/>
                  </a:lnTo>
                  <a:lnTo>
                    <a:pt x="478181" y="252984"/>
                  </a:lnTo>
                  <a:lnTo>
                    <a:pt x="474904" y="257848"/>
                  </a:lnTo>
                  <a:lnTo>
                    <a:pt x="471335" y="262648"/>
                  </a:lnTo>
                  <a:lnTo>
                    <a:pt x="467500" y="267398"/>
                  </a:lnTo>
                  <a:lnTo>
                    <a:pt x="463398" y="272085"/>
                  </a:lnTo>
                  <a:lnTo>
                    <a:pt x="459029" y="276695"/>
                  </a:lnTo>
                  <a:lnTo>
                    <a:pt x="454393" y="281254"/>
                  </a:lnTo>
                  <a:lnTo>
                    <a:pt x="449504" y="285737"/>
                  </a:lnTo>
                  <a:lnTo>
                    <a:pt x="444360" y="290157"/>
                  </a:lnTo>
                  <a:lnTo>
                    <a:pt x="438963" y="294513"/>
                  </a:lnTo>
                  <a:lnTo>
                    <a:pt x="433324" y="298806"/>
                  </a:lnTo>
                  <a:lnTo>
                    <a:pt x="427444" y="303022"/>
                  </a:lnTo>
                  <a:lnTo>
                    <a:pt x="421335" y="307175"/>
                  </a:lnTo>
                  <a:lnTo>
                    <a:pt x="414985" y="311264"/>
                  </a:lnTo>
                  <a:lnTo>
                    <a:pt x="408407" y="315278"/>
                  </a:lnTo>
                  <a:lnTo>
                    <a:pt x="401600" y="319215"/>
                  </a:lnTo>
                  <a:lnTo>
                    <a:pt x="394576" y="323075"/>
                  </a:lnTo>
                  <a:lnTo>
                    <a:pt x="387325" y="326872"/>
                  </a:lnTo>
                  <a:lnTo>
                    <a:pt x="379857" y="330606"/>
                  </a:lnTo>
                  <a:lnTo>
                    <a:pt x="364325" y="337794"/>
                  </a:lnTo>
                  <a:lnTo>
                    <a:pt x="347967" y="344691"/>
                  </a:lnTo>
                  <a:lnTo>
                    <a:pt x="330822" y="351244"/>
                  </a:lnTo>
                  <a:lnTo>
                    <a:pt x="312915" y="357467"/>
                  </a:lnTo>
                  <a:lnTo>
                    <a:pt x="294297" y="363347"/>
                  </a:lnTo>
                  <a:lnTo>
                    <a:pt x="274981" y="368859"/>
                  </a:lnTo>
                  <a:lnTo>
                    <a:pt x="254991" y="374002"/>
                  </a:lnTo>
                  <a:lnTo>
                    <a:pt x="234379" y="378764"/>
                  </a:lnTo>
                  <a:lnTo>
                    <a:pt x="213157" y="383121"/>
                  </a:lnTo>
                  <a:lnTo>
                    <a:pt x="191364" y="387083"/>
                  </a:lnTo>
                  <a:lnTo>
                    <a:pt x="169024" y="390613"/>
                  </a:lnTo>
                  <a:lnTo>
                    <a:pt x="146177" y="393712"/>
                  </a:lnTo>
                  <a:lnTo>
                    <a:pt x="122847" y="396380"/>
                  </a:lnTo>
                  <a:lnTo>
                    <a:pt x="99060" y="398576"/>
                  </a:lnTo>
                  <a:lnTo>
                    <a:pt x="74867" y="400317"/>
                  </a:lnTo>
                  <a:lnTo>
                    <a:pt x="62598" y="401003"/>
                  </a:lnTo>
                  <a:lnTo>
                    <a:pt x="50254" y="401574"/>
                  </a:lnTo>
                  <a:lnTo>
                    <a:pt x="37808" y="402018"/>
                  </a:lnTo>
                  <a:lnTo>
                    <a:pt x="25286" y="402336"/>
                  </a:lnTo>
                  <a:lnTo>
                    <a:pt x="12687" y="402527"/>
                  </a:lnTo>
                  <a:lnTo>
                    <a:pt x="0" y="402590"/>
                  </a:lnTo>
                  <a:lnTo>
                    <a:pt x="0" y="393065"/>
                  </a:lnTo>
                  <a:lnTo>
                    <a:pt x="12611" y="393002"/>
                  </a:lnTo>
                  <a:lnTo>
                    <a:pt x="12560" y="393002"/>
                  </a:lnTo>
                  <a:lnTo>
                    <a:pt x="25121" y="392811"/>
                  </a:lnTo>
                  <a:lnTo>
                    <a:pt x="25070" y="392811"/>
                  </a:lnTo>
                  <a:lnTo>
                    <a:pt x="37554" y="392493"/>
                  </a:lnTo>
                  <a:lnTo>
                    <a:pt x="37503" y="392493"/>
                  </a:lnTo>
                  <a:lnTo>
                    <a:pt x="49886" y="392049"/>
                  </a:lnTo>
                  <a:lnTo>
                    <a:pt x="49835" y="392049"/>
                  </a:lnTo>
                  <a:lnTo>
                    <a:pt x="62141" y="391490"/>
                  </a:lnTo>
                  <a:lnTo>
                    <a:pt x="62090" y="391490"/>
                  </a:lnTo>
                  <a:lnTo>
                    <a:pt x="74295" y="390804"/>
                  </a:lnTo>
                  <a:lnTo>
                    <a:pt x="74219" y="390817"/>
                  </a:lnTo>
                  <a:lnTo>
                    <a:pt x="98323" y="389089"/>
                  </a:lnTo>
                  <a:lnTo>
                    <a:pt x="98235" y="389089"/>
                  </a:lnTo>
                  <a:lnTo>
                    <a:pt x="121920" y="386893"/>
                  </a:lnTo>
                  <a:lnTo>
                    <a:pt x="121819" y="386905"/>
                  </a:lnTo>
                  <a:lnTo>
                    <a:pt x="145018" y="384266"/>
                  </a:lnTo>
                  <a:lnTo>
                    <a:pt x="167691" y="381178"/>
                  </a:lnTo>
                  <a:lnTo>
                    <a:pt x="167589" y="381203"/>
                  </a:lnTo>
                  <a:lnTo>
                    <a:pt x="189827" y="377685"/>
                  </a:lnTo>
                  <a:lnTo>
                    <a:pt x="189713" y="377698"/>
                  </a:lnTo>
                  <a:lnTo>
                    <a:pt x="211404" y="373761"/>
                  </a:lnTo>
                  <a:lnTo>
                    <a:pt x="211290" y="373787"/>
                  </a:lnTo>
                  <a:lnTo>
                    <a:pt x="232377" y="369450"/>
                  </a:lnTo>
                  <a:lnTo>
                    <a:pt x="252793" y="364731"/>
                  </a:lnTo>
                  <a:lnTo>
                    <a:pt x="252679" y="364757"/>
                  </a:lnTo>
                  <a:lnTo>
                    <a:pt x="272542" y="359651"/>
                  </a:lnTo>
                  <a:lnTo>
                    <a:pt x="272428" y="359689"/>
                  </a:lnTo>
                  <a:lnTo>
                    <a:pt x="291549" y="354223"/>
                  </a:lnTo>
                  <a:lnTo>
                    <a:pt x="309994" y="348411"/>
                  </a:lnTo>
                  <a:lnTo>
                    <a:pt x="309855" y="348450"/>
                  </a:lnTo>
                  <a:lnTo>
                    <a:pt x="327556" y="342301"/>
                  </a:lnTo>
                  <a:lnTo>
                    <a:pt x="344451" y="335828"/>
                  </a:lnTo>
                  <a:lnTo>
                    <a:pt x="360553" y="329044"/>
                  </a:lnTo>
                  <a:lnTo>
                    <a:pt x="360401" y="329120"/>
                  </a:lnTo>
                  <a:lnTo>
                    <a:pt x="375780" y="321983"/>
                  </a:lnTo>
                  <a:lnTo>
                    <a:pt x="375666" y="322046"/>
                  </a:lnTo>
                  <a:lnTo>
                    <a:pt x="383045" y="318364"/>
                  </a:lnTo>
                  <a:lnTo>
                    <a:pt x="382956" y="318414"/>
                  </a:lnTo>
                  <a:lnTo>
                    <a:pt x="390119" y="314668"/>
                  </a:lnTo>
                  <a:lnTo>
                    <a:pt x="390030" y="314706"/>
                  </a:lnTo>
                  <a:lnTo>
                    <a:pt x="396951" y="310903"/>
                  </a:lnTo>
                  <a:lnTo>
                    <a:pt x="403581" y="307060"/>
                  </a:lnTo>
                  <a:lnTo>
                    <a:pt x="403492" y="307112"/>
                  </a:lnTo>
                  <a:lnTo>
                    <a:pt x="409982" y="303161"/>
                  </a:lnTo>
                  <a:lnTo>
                    <a:pt x="409880" y="303213"/>
                  </a:lnTo>
                  <a:lnTo>
                    <a:pt x="416128" y="299199"/>
                  </a:lnTo>
                  <a:lnTo>
                    <a:pt x="416027" y="299262"/>
                  </a:lnTo>
                  <a:lnTo>
                    <a:pt x="422047" y="295186"/>
                  </a:lnTo>
                  <a:lnTo>
                    <a:pt x="421945" y="295249"/>
                  </a:lnTo>
                  <a:lnTo>
                    <a:pt x="427683" y="291129"/>
                  </a:lnTo>
                  <a:lnTo>
                    <a:pt x="433146" y="286982"/>
                  </a:lnTo>
                  <a:lnTo>
                    <a:pt x="433032" y="287058"/>
                  </a:lnTo>
                  <a:lnTo>
                    <a:pt x="438315" y="282791"/>
                  </a:lnTo>
                  <a:lnTo>
                    <a:pt x="438201" y="282892"/>
                  </a:lnTo>
                  <a:lnTo>
                    <a:pt x="443184" y="278601"/>
                  </a:lnTo>
                  <a:lnTo>
                    <a:pt x="447891" y="274282"/>
                  </a:lnTo>
                  <a:lnTo>
                    <a:pt x="447777" y="274396"/>
                  </a:lnTo>
                  <a:lnTo>
                    <a:pt x="452203" y="270044"/>
                  </a:lnTo>
                  <a:lnTo>
                    <a:pt x="456372" y="265651"/>
                  </a:lnTo>
                  <a:lnTo>
                    <a:pt x="460286" y="261188"/>
                  </a:lnTo>
                  <a:lnTo>
                    <a:pt x="460159" y="261327"/>
                  </a:lnTo>
                  <a:lnTo>
                    <a:pt x="463868" y="256743"/>
                  </a:lnTo>
                  <a:lnTo>
                    <a:pt x="463753" y="256908"/>
                  </a:lnTo>
                  <a:lnTo>
                    <a:pt x="467182" y="252260"/>
                  </a:lnTo>
                  <a:lnTo>
                    <a:pt x="467068" y="252438"/>
                  </a:lnTo>
                  <a:lnTo>
                    <a:pt x="470218" y="247752"/>
                  </a:lnTo>
                  <a:lnTo>
                    <a:pt x="470103" y="247942"/>
                  </a:lnTo>
                  <a:lnTo>
                    <a:pt x="472938" y="243263"/>
                  </a:lnTo>
                  <a:lnTo>
                    <a:pt x="475358" y="238803"/>
                  </a:lnTo>
                  <a:lnTo>
                    <a:pt x="477582" y="234145"/>
                  </a:lnTo>
                  <a:lnTo>
                    <a:pt x="479509" y="229485"/>
                  </a:lnTo>
                  <a:lnTo>
                    <a:pt x="481130" y="224827"/>
                  </a:lnTo>
                  <a:lnTo>
                    <a:pt x="482451" y="220169"/>
                  </a:lnTo>
                  <a:lnTo>
                    <a:pt x="483478" y="215499"/>
                  </a:lnTo>
                  <a:lnTo>
                    <a:pt x="484212" y="210834"/>
                  </a:lnTo>
                  <a:lnTo>
                    <a:pt x="484678" y="205970"/>
                  </a:lnTo>
                  <a:lnTo>
                    <a:pt x="484818" y="201295"/>
                  </a:lnTo>
                  <a:lnTo>
                    <a:pt x="484678" y="196619"/>
                  </a:lnTo>
                  <a:lnTo>
                    <a:pt x="484213" y="191757"/>
                  </a:lnTo>
                  <a:lnTo>
                    <a:pt x="483478" y="187089"/>
                  </a:lnTo>
                  <a:lnTo>
                    <a:pt x="482451" y="182421"/>
                  </a:lnTo>
                  <a:lnTo>
                    <a:pt x="481149" y="177829"/>
                  </a:lnTo>
                  <a:lnTo>
                    <a:pt x="479507" y="173098"/>
                  </a:lnTo>
                  <a:lnTo>
                    <a:pt x="477582" y="168446"/>
                  </a:lnTo>
                  <a:lnTo>
                    <a:pt x="475355" y="163781"/>
                  </a:lnTo>
                  <a:lnTo>
                    <a:pt x="472934" y="159320"/>
                  </a:lnTo>
                  <a:lnTo>
                    <a:pt x="470103" y="154648"/>
                  </a:lnTo>
                  <a:lnTo>
                    <a:pt x="470218" y="154839"/>
                  </a:lnTo>
                  <a:lnTo>
                    <a:pt x="467068" y="150152"/>
                  </a:lnTo>
                  <a:lnTo>
                    <a:pt x="467182" y="150330"/>
                  </a:lnTo>
                  <a:lnTo>
                    <a:pt x="463852" y="145827"/>
                  </a:lnTo>
                  <a:lnTo>
                    <a:pt x="460159" y="141262"/>
                  </a:lnTo>
                  <a:lnTo>
                    <a:pt x="460286" y="141401"/>
                  </a:lnTo>
                  <a:lnTo>
                    <a:pt x="456298" y="136868"/>
                  </a:lnTo>
                  <a:lnTo>
                    <a:pt x="456425" y="136995"/>
                  </a:lnTo>
                  <a:lnTo>
                    <a:pt x="452204" y="132546"/>
                  </a:lnTo>
                  <a:lnTo>
                    <a:pt x="447777" y="128194"/>
                  </a:lnTo>
                  <a:lnTo>
                    <a:pt x="447891" y="128308"/>
                  </a:lnTo>
                  <a:lnTo>
                    <a:pt x="443171" y="123977"/>
                  </a:lnTo>
                  <a:lnTo>
                    <a:pt x="438201" y="119697"/>
                  </a:lnTo>
                  <a:lnTo>
                    <a:pt x="438315" y="119799"/>
                  </a:lnTo>
                  <a:lnTo>
                    <a:pt x="433032" y="115532"/>
                  </a:lnTo>
                  <a:lnTo>
                    <a:pt x="433146" y="115608"/>
                  </a:lnTo>
                  <a:lnTo>
                    <a:pt x="427702" y="111475"/>
                  </a:lnTo>
                  <a:lnTo>
                    <a:pt x="421945" y="107340"/>
                  </a:lnTo>
                  <a:lnTo>
                    <a:pt x="422047" y="107404"/>
                  </a:lnTo>
                  <a:lnTo>
                    <a:pt x="416027" y="103327"/>
                  </a:lnTo>
                  <a:lnTo>
                    <a:pt x="416128" y="103391"/>
                  </a:lnTo>
                  <a:lnTo>
                    <a:pt x="409880" y="99378"/>
                  </a:lnTo>
                  <a:lnTo>
                    <a:pt x="409982" y="99428"/>
                  </a:lnTo>
                  <a:lnTo>
                    <a:pt x="403492" y="95479"/>
                  </a:lnTo>
                  <a:lnTo>
                    <a:pt x="403581" y="95529"/>
                  </a:lnTo>
                  <a:lnTo>
                    <a:pt x="396925" y="91673"/>
                  </a:lnTo>
                  <a:lnTo>
                    <a:pt x="390030" y="87884"/>
                  </a:lnTo>
                  <a:lnTo>
                    <a:pt x="390119" y="87922"/>
                  </a:lnTo>
                  <a:lnTo>
                    <a:pt x="382956" y="84175"/>
                  </a:lnTo>
                  <a:lnTo>
                    <a:pt x="383045" y="84226"/>
                  </a:lnTo>
                  <a:lnTo>
                    <a:pt x="375666" y="80543"/>
                  </a:lnTo>
                  <a:lnTo>
                    <a:pt x="375780" y="80607"/>
                  </a:lnTo>
                  <a:lnTo>
                    <a:pt x="360401" y="73469"/>
                  </a:lnTo>
                  <a:lnTo>
                    <a:pt x="360553" y="73546"/>
                  </a:lnTo>
                  <a:lnTo>
                    <a:pt x="344471" y="66770"/>
                  </a:lnTo>
                  <a:lnTo>
                    <a:pt x="327534" y="60282"/>
                  </a:lnTo>
                  <a:lnTo>
                    <a:pt x="309855" y="54140"/>
                  </a:lnTo>
                  <a:lnTo>
                    <a:pt x="309994" y="54178"/>
                  </a:lnTo>
                  <a:lnTo>
                    <a:pt x="291549" y="48368"/>
                  </a:lnTo>
                  <a:lnTo>
                    <a:pt x="272428" y="42900"/>
                  </a:lnTo>
                  <a:lnTo>
                    <a:pt x="272542" y="42938"/>
                  </a:lnTo>
                  <a:lnTo>
                    <a:pt x="252679" y="37833"/>
                  </a:lnTo>
                  <a:lnTo>
                    <a:pt x="252793" y="37859"/>
                  </a:lnTo>
                  <a:lnTo>
                    <a:pt x="232377" y="33140"/>
                  </a:lnTo>
                  <a:lnTo>
                    <a:pt x="211290" y="28804"/>
                  </a:lnTo>
                  <a:lnTo>
                    <a:pt x="211404" y="28828"/>
                  </a:lnTo>
                  <a:lnTo>
                    <a:pt x="189713" y="24892"/>
                  </a:lnTo>
                  <a:lnTo>
                    <a:pt x="189827" y="24905"/>
                  </a:lnTo>
                  <a:lnTo>
                    <a:pt x="167589" y="21386"/>
                  </a:lnTo>
                  <a:lnTo>
                    <a:pt x="167691" y="21412"/>
                  </a:lnTo>
                  <a:lnTo>
                    <a:pt x="144983" y="18319"/>
                  </a:lnTo>
                  <a:lnTo>
                    <a:pt x="121819" y="15684"/>
                  </a:lnTo>
                  <a:lnTo>
                    <a:pt x="121920" y="15697"/>
                  </a:lnTo>
                  <a:lnTo>
                    <a:pt x="98235" y="13500"/>
                  </a:lnTo>
                  <a:lnTo>
                    <a:pt x="98323" y="13500"/>
                  </a:lnTo>
                  <a:lnTo>
                    <a:pt x="74219" y="11773"/>
                  </a:lnTo>
                  <a:lnTo>
                    <a:pt x="74295" y="11785"/>
                  </a:lnTo>
                  <a:lnTo>
                    <a:pt x="62090" y="11099"/>
                  </a:lnTo>
                  <a:lnTo>
                    <a:pt x="62141" y="11099"/>
                  </a:lnTo>
                  <a:lnTo>
                    <a:pt x="49835" y="10541"/>
                  </a:lnTo>
                  <a:lnTo>
                    <a:pt x="49886" y="10541"/>
                  </a:lnTo>
                  <a:lnTo>
                    <a:pt x="37503" y="10096"/>
                  </a:lnTo>
                  <a:lnTo>
                    <a:pt x="37554" y="10096"/>
                  </a:lnTo>
                  <a:lnTo>
                    <a:pt x="25070" y="9778"/>
                  </a:lnTo>
                  <a:lnTo>
                    <a:pt x="25121" y="9778"/>
                  </a:lnTo>
                  <a:lnTo>
                    <a:pt x="12560" y="9589"/>
                  </a:lnTo>
                  <a:lnTo>
                    <a:pt x="12611" y="9589"/>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1" name="Rectangle 20"/>
            <p:cNvSpPr/>
            <p:nvPr/>
          </p:nvSpPr>
          <p:spPr>
            <a:xfrm>
              <a:off x="1709738" y="1147795"/>
              <a:ext cx="524459"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Login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2" name="Shape 1345"/>
            <p:cNvSpPr/>
            <p:nvPr/>
          </p:nvSpPr>
          <p:spPr>
            <a:xfrm>
              <a:off x="3328670" y="675005"/>
              <a:ext cx="520065" cy="423545"/>
            </a:xfrm>
            <a:custGeom>
              <a:avLst/>
              <a:gdLst/>
              <a:ahLst/>
              <a:cxnLst/>
              <a:rect l="0" t="0" r="0" b="0"/>
              <a:pathLst>
                <a:path w="520065" h="423545">
                  <a:moveTo>
                    <a:pt x="520065" y="0"/>
                  </a:moveTo>
                  <a:lnTo>
                    <a:pt x="520065" y="9525"/>
                  </a:lnTo>
                  <a:lnTo>
                    <a:pt x="506794" y="9589"/>
                  </a:lnTo>
                  <a:lnTo>
                    <a:pt x="506832" y="9589"/>
                  </a:lnTo>
                  <a:lnTo>
                    <a:pt x="493624" y="9792"/>
                  </a:lnTo>
                  <a:lnTo>
                    <a:pt x="493675" y="9792"/>
                  </a:lnTo>
                  <a:lnTo>
                    <a:pt x="480543" y="10122"/>
                  </a:lnTo>
                  <a:lnTo>
                    <a:pt x="480594" y="10122"/>
                  </a:lnTo>
                  <a:lnTo>
                    <a:pt x="467551" y="10592"/>
                  </a:lnTo>
                  <a:lnTo>
                    <a:pt x="467601" y="10592"/>
                  </a:lnTo>
                  <a:lnTo>
                    <a:pt x="454647" y="11188"/>
                  </a:lnTo>
                  <a:lnTo>
                    <a:pt x="454698" y="11176"/>
                  </a:lnTo>
                  <a:lnTo>
                    <a:pt x="441858" y="11900"/>
                  </a:lnTo>
                  <a:lnTo>
                    <a:pt x="441909" y="11900"/>
                  </a:lnTo>
                  <a:lnTo>
                    <a:pt x="429158" y="12751"/>
                  </a:lnTo>
                  <a:lnTo>
                    <a:pt x="429209" y="12738"/>
                  </a:lnTo>
                  <a:lnTo>
                    <a:pt x="416585" y="13716"/>
                  </a:lnTo>
                  <a:lnTo>
                    <a:pt x="416623" y="13716"/>
                  </a:lnTo>
                  <a:lnTo>
                    <a:pt x="404101" y="14808"/>
                  </a:lnTo>
                  <a:lnTo>
                    <a:pt x="404152" y="14808"/>
                  </a:lnTo>
                  <a:lnTo>
                    <a:pt x="391744" y="16015"/>
                  </a:lnTo>
                  <a:lnTo>
                    <a:pt x="391821" y="16015"/>
                  </a:lnTo>
                  <a:lnTo>
                    <a:pt x="367437" y="18789"/>
                  </a:lnTo>
                  <a:lnTo>
                    <a:pt x="343522" y="22047"/>
                  </a:lnTo>
                  <a:lnTo>
                    <a:pt x="343637" y="22022"/>
                  </a:lnTo>
                  <a:lnTo>
                    <a:pt x="320230" y="25730"/>
                  </a:lnTo>
                  <a:lnTo>
                    <a:pt x="320332" y="25718"/>
                  </a:lnTo>
                  <a:lnTo>
                    <a:pt x="297510" y="29858"/>
                  </a:lnTo>
                  <a:lnTo>
                    <a:pt x="297624" y="29845"/>
                  </a:lnTo>
                  <a:lnTo>
                    <a:pt x="275431" y="34411"/>
                  </a:lnTo>
                  <a:lnTo>
                    <a:pt x="253936" y="39370"/>
                  </a:lnTo>
                  <a:lnTo>
                    <a:pt x="254051" y="39345"/>
                  </a:lnTo>
                  <a:lnTo>
                    <a:pt x="233147" y="44729"/>
                  </a:lnTo>
                  <a:lnTo>
                    <a:pt x="233261" y="44691"/>
                  </a:lnTo>
                  <a:lnTo>
                    <a:pt x="213128" y="50449"/>
                  </a:lnTo>
                  <a:lnTo>
                    <a:pt x="193713" y="56579"/>
                  </a:lnTo>
                  <a:lnTo>
                    <a:pt x="193853" y="56528"/>
                  </a:lnTo>
                  <a:lnTo>
                    <a:pt x="175158" y="63043"/>
                  </a:lnTo>
                  <a:lnTo>
                    <a:pt x="175285" y="62992"/>
                  </a:lnTo>
                  <a:lnTo>
                    <a:pt x="157391" y="69838"/>
                  </a:lnTo>
                  <a:lnTo>
                    <a:pt x="157506" y="69799"/>
                  </a:lnTo>
                  <a:lnTo>
                    <a:pt x="148870" y="73355"/>
                  </a:lnTo>
                  <a:lnTo>
                    <a:pt x="148946" y="73317"/>
                  </a:lnTo>
                  <a:lnTo>
                    <a:pt x="140513" y="76962"/>
                  </a:lnTo>
                  <a:lnTo>
                    <a:pt x="140589" y="76924"/>
                  </a:lnTo>
                  <a:lnTo>
                    <a:pt x="132385" y="80632"/>
                  </a:lnTo>
                  <a:lnTo>
                    <a:pt x="132461" y="80607"/>
                  </a:lnTo>
                  <a:lnTo>
                    <a:pt x="124473" y="84392"/>
                  </a:lnTo>
                  <a:lnTo>
                    <a:pt x="124562" y="84354"/>
                  </a:lnTo>
                  <a:lnTo>
                    <a:pt x="116789" y="88227"/>
                  </a:lnTo>
                  <a:lnTo>
                    <a:pt x="116878" y="88188"/>
                  </a:lnTo>
                  <a:lnTo>
                    <a:pt x="109347" y="92139"/>
                  </a:lnTo>
                  <a:lnTo>
                    <a:pt x="109436" y="92087"/>
                  </a:lnTo>
                  <a:lnTo>
                    <a:pt x="102178" y="96089"/>
                  </a:lnTo>
                  <a:lnTo>
                    <a:pt x="95161" y="100152"/>
                  </a:lnTo>
                  <a:lnTo>
                    <a:pt x="95250" y="100102"/>
                  </a:lnTo>
                  <a:lnTo>
                    <a:pt x="88430" y="104267"/>
                  </a:lnTo>
                  <a:lnTo>
                    <a:pt x="88519" y="104204"/>
                  </a:lnTo>
                  <a:lnTo>
                    <a:pt x="81940" y="108433"/>
                  </a:lnTo>
                  <a:lnTo>
                    <a:pt x="82042" y="108369"/>
                  </a:lnTo>
                  <a:lnTo>
                    <a:pt x="75705" y="112675"/>
                  </a:lnTo>
                  <a:lnTo>
                    <a:pt x="75819" y="112599"/>
                  </a:lnTo>
                  <a:lnTo>
                    <a:pt x="69750" y="116956"/>
                  </a:lnTo>
                  <a:lnTo>
                    <a:pt x="64108" y="121256"/>
                  </a:lnTo>
                  <a:lnTo>
                    <a:pt x="58572" y="125730"/>
                  </a:lnTo>
                  <a:lnTo>
                    <a:pt x="58687" y="125641"/>
                  </a:lnTo>
                  <a:lnTo>
                    <a:pt x="53449" y="130137"/>
                  </a:lnTo>
                  <a:lnTo>
                    <a:pt x="48476" y="134709"/>
                  </a:lnTo>
                  <a:lnTo>
                    <a:pt x="48603" y="134595"/>
                  </a:lnTo>
                  <a:lnTo>
                    <a:pt x="43935" y="139176"/>
                  </a:lnTo>
                  <a:lnTo>
                    <a:pt x="39484" y="143866"/>
                  </a:lnTo>
                  <a:lnTo>
                    <a:pt x="39612" y="143739"/>
                  </a:lnTo>
                  <a:lnTo>
                    <a:pt x="35420" y="148513"/>
                  </a:lnTo>
                  <a:lnTo>
                    <a:pt x="35547" y="148374"/>
                  </a:lnTo>
                  <a:lnTo>
                    <a:pt x="31694" y="153141"/>
                  </a:lnTo>
                  <a:lnTo>
                    <a:pt x="28143" y="157937"/>
                  </a:lnTo>
                  <a:lnTo>
                    <a:pt x="28258" y="157759"/>
                  </a:lnTo>
                  <a:lnTo>
                    <a:pt x="25046" y="162527"/>
                  </a:lnTo>
                  <a:lnTo>
                    <a:pt x="22022" y="167501"/>
                  </a:lnTo>
                  <a:lnTo>
                    <a:pt x="22149" y="167297"/>
                  </a:lnTo>
                  <a:lnTo>
                    <a:pt x="19464" y="172241"/>
                  </a:lnTo>
                  <a:lnTo>
                    <a:pt x="17161" y="177065"/>
                  </a:lnTo>
                  <a:lnTo>
                    <a:pt x="15184" y="181864"/>
                  </a:lnTo>
                  <a:lnTo>
                    <a:pt x="13398" y="186969"/>
                  </a:lnTo>
                  <a:lnTo>
                    <a:pt x="13488" y="186716"/>
                  </a:lnTo>
                  <a:lnTo>
                    <a:pt x="12065" y="191688"/>
                  </a:lnTo>
                  <a:lnTo>
                    <a:pt x="10969" y="196607"/>
                  </a:lnTo>
                  <a:lnTo>
                    <a:pt x="10161" y="201703"/>
                  </a:lnTo>
                  <a:lnTo>
                    <a:pt x="9682" y="206828"/>
                  </a:lnTo>
                  <a:lnTo>
                    <a:pt x="9530" y="211772"/>
                  </a:lnTo>
                  <a:lnTo>
                    <a:pt x="9682" y="216716"/>
                  </a:lnTo>
                  <a:lnTo>
                    <a:pt x="10161" y="221842"/>
                  </a:lnTo>
                  <a:lnTo>
                    <a:pt x="10969" y="226940"/>
                  </a:lnTo>
                  <a:lnTo>
                    <a:pt x="12066" y="231859"/>
                  </a:lnTo>
                  <a:lnTo>
                    <a:pt x="13488" y="236830"/>
                  </a:lnTo>
                  <a:lnTo>
                    <a:pt x="13398" y="236575"/>
                  </a:lnTo>
                  <a:lnTo>
                    <a:pt x="15184" y="241681"/>
                  </a:lnTo>
                  <a:lnTo>
                    <a:pt x="17161" y="246480"/>
                  </a:lnTo>
                  <a:lnTo>
                    <a:pt x="19461" y="251298"/>
                  </a:lnTo>
                  <a:lnTo>
                    <a:pt x="22149" y="256248"/>
                  </a:lnTo>
                  <a:lnTo>
                    <a:pt x="22022" y="256045"/>
                  </a:lnTo>
                  <a:lnTo>
                    <a:pt x="25041" y="261010"/>
                  </a:lnTo>
                  <a:lnTo>
                    <a:pt x="28258" y="265785"/>
                  </a:lnTo>
                  <a:lnTo>
                    <a:pt x="28143" y="265608"/>
                  </a:lnTo>
                  <a:lnTo>
                    <a:pt x="31694" y="270404"/>
                  </a:lnTo>
                  <a:lnTo>
                    <a:pt x="35547" y="275171"/>
                  </a:lnTo>
                  <a:lnTo>
                    <a:pt x="35420" y="275031"/>
                  </a:lnTo>
                  <a:lnTo>
                    <a:pt x="39612" y="279806"/>
                  </a:lnTo>
                  <a:lnTo>
                    <a:pt x="39484" y="279679"/>
                  </a:lnTo>
                  <a:lnTo>
                    <a:pt x="43935" y="284369"/>
                  </a:lnTo>
                  <a:lnTo>
                    <a:pt x="48603" y="288951"/>
                  </a:lnTo>
                  <a:lnTo>
                    <a:pt x="48476" y="288836"/>
                  </a:lnTo>
                  <a:lnTo>
                    <a:pt x="53449" y="293408"/>
                  </a:lnTo>
                  <a:lnTo>
                    <a:pt x="58687" y="297904"/>
                  </a:lnTo>
                  <a:lnTo>
                    <a:pt x="58572" y="297815"/>
                  </a:lnTo>
                  <a:lnTo>
                    <a:pt x="64091" y="302275"/>
                  </a:lnTo>
                  <a:lnTo>
                    <a:pt x="69768" y="306601"/>
                  </a:lnTo>
                  <a:lnTo>
                    <a:pt x="75819" y="310947"/>
                  </a:lnTo>
                  <a:lnTo>
                    <a:pt x="75705" y="310871"/>
                  </a:lnTo>
                  <a:lnTo>
                    <a:pt x="82042" y="315176"/>
                  </a:lnTo>
                  <a:lnTo>
                    <a:pt x="81940" y="315113"/>
                  </a:lnTo>
                  <a:lnTo>
                    <a:pt x="88519" y="319342"/>
                  </a:lnTo>
                  <a:lnTo>
                    <a:pt x="88430" y="319278"/>
                  </a:lnTo>
                  <a:lnTo>
                    <a:pt x="95250" y="323444"/>
                  </a:lnTo>
                  <a:lnTo>
                    <a:pt x="95161" y="323393"/>
                  </a:lnTo>
                  <a:lnTo>
                    <a:pt x="102150" y="327440"/>
                  </a:lnTo>
                  <a:lnTo>
                    <a:pt x="109436" y="331457"/>
                  </a:lnTo>
                  <a:lnTo>
                    <a:pt x="109347" y="331406"/>
                  </a:lnTo>
                  <a:lnTo>
                    <a:pt x="116878" y="335356"/>
                  </a:lnTo>
                  <a:lnTo>
                    <a:pt x="116789" y="335318"/>
                  </a:lnTo>
                  <a:lnTo>
                    <a:pt x="124562" y="339192"/>
                  </a:lnTo>
                  <a:lnTo>
                    <a:pt x="124473" y="339154"/>
                  </a:lnTo>
                  <a:lnTo>
                    <a:pt x="132461" y="342938"/>
                  </a:lnTo>
                  <a:lnTo>
                    <a:pt x="132385" y="342900"/>
                  </a:lnTo>
                  <a:lnTo>
                    <a:pt x="140589" y="346621"/>
                  </a:lnTo>
                  <a:lnTo>
                    <a:pt x="140513" y="346583"/>
                  </a:lnTo>
                  <a:lnTo>
                    <a:pt x="148946" y="350228"/>
                  </a:lnTo>
                  <a:lnTo>
                    <a:pt x="148870" y="350189"/>
                  </a:lnTo>
                  <a:lnTo>
                    <a:pt x="157506" y="353746"/>
                  </a:lnTo>
                  <a:lnTo>
                    <a:pt x="157391" y="353708"/>
                  </a:lnTo>
                  <a:lnTo>
                    <a:pt x="175285" y="360553"/>
                  </a:lnTo>
                  <a:lnTo>
                    <a:pt x="175158" y="360502"/>
                  </a:lnTo>
                  <a:lnTo>
                    <a:pt x="193853" y="367017"/>
                  </a:lnTo>
                  <a:lnTo>
                    <a:pt x="193713" y="366967"/>
                  </a:lnTo>
                  <a:lnTo>
                    <a:pt x="213102" y="373088"/>
                  </a:lnTo>
                  <a:lnTo>
                    <a:pt x="233261" y="378854"/>
                  </a:lnTo>
                  <a:lnTo>
                    <a:pt x="233147" y="378816"/>
                  </a:lnTo>
                  <a:lnTo>
                    <a:pt x="254051" y="384201"/>
                  </a:lnTo>
                  <a:lnTo>
                    <a:pt x="253936" y="384175"/>
                  </a:lnTo>
                  <a:lnTo>
                    <a:pt x="275432" y="389134"/>
                  </a:lnTo>
                  <a:lnTo>
                    <a:pt x="297624" y="393700"/>
                  </a:lnTo>
                  <a:lnTo>
                    <a:pt x="297510" y="393688"/>
                  </a:lnTo>
                  <a:lnTo>
                    <a:pt x="320332" y="397828"/>
                  </a:lnTo>
                  <a:lnTo>
                    <a:pt x="320230" y="397814"/>
                  </a:lnTo>
                  <a:lnTo>
                    <a:pt x="343637" y="401524"/>
                  </a:lnTo>
                  <a:lnTo>
                    <a:pt x="343522" y="401498"/>
                  </a:lnTo>
                  <a:lnTo>
                    <a:pt x="367437" y="404756"/>
                  </a:lnTo>
                  <a:lnTo>
                    <a:pt x="391821" y="407530"/>
                  </a:lnTo>
                  <a:lnTo>
                    <a:pt x="391744" y="407530"/>
                  </a:lnTo>
                  <a:lnTo>
                    <a:pt x="404152" y="408737"/>
                  </a:lnTo>
                  <a:lnTo>
                    <a:pt x="404101" y="408737"/>
                  </a:lnTo>
                  <a:lnTo>
                    <a:pt x="416623" y="409829"/>
                  </a:lnTo>
                  <a:lnTo>
                    <a:pt x="416585" y="409829"/>
                  </a:lnTo>
                  <a:lnTo>
                    <a:pt x="429209" y="410794"/>
                  </a:lnTo>
                  <a:lnTo>
                    <a:pt x="429158" y="410794"/>
                  </a:lnTo>
                  <a:lnTo>
                    <a:pt x="441909" y="411645"/>
                  </a:lnTo>
                  <a:lnTo>
                    <a:pt x="441858" y="411645"/>
                  </a:lnTo>
                  <a:lnTo>
                    <a:pt x="454698" y="412369"/>
                  </a:lnTo>
                  <a:lnTo>
                    <a:pt x="454647" y="412356"/>
                  </a:lnTo>
                  <a:lnTo>
                    <a:pt x="467601" y="412953"/>
                  </a:lnTo>
                  <a:lnTo>
                    <a:pt x="467551" y="412953"/>
                  </a:lnTo>
                  <a:lnTo>
                    <a:pt x="480594" y="413423"/>
                  </a:lnTo>
                  <a:lnTo>
                    <a:pt x="480543" y="413423"/>
                  </a:lnTo>
                  <a:lnTo>
                    <a:pt x="493675" y="413753"/>
                  </a:lnTo>
                  <a:lnTo>
                    <a:pt x="493624" y="413753"/>
                  </a:lnTo>
                  <a:lnTo>
                    <a:pt x="506832" y="413956"/>
                  </a:lnTo>
                  <a:lnTo>
                    <a:pt x="506794" y="413956"/>
                  </a:lnTo>
                  <a:lnTo>
                    <a:pt x="520065" y="414020"/>
                  </a:lnTo>
                  <a:lnTo>
                    <a:pt x="520065" y="423545"/>
                  </a:lnTo>
                  <a:lnTo>
                    <a:pt x="506718" y="423481"/>
                  </a:lnTo>
                  <a:lnTo>
                    <a:pt x="493446" y="423278"/>
                  </a:lnTo>
                  <a:lnTo>
                    <a:pt x="480276" y="422935"/>
                  </a:lnTo>
                  <a:lnTo>
                    <a:pt x="467182" y="422478"/>
                  </a:lnTo>
                  <a:lnTo>
                    <a:pt x="454190" y="421881"/>
                  </a:lnTo>
                  <a:lnTo>
                    <a:pt x="441300" y="421145"/>
                  </a:lnTo>
                  <a:lnTo>
                    <a:pt x="428511" y="420294"/>
                  </a:lnTo>
                  <a:lnTo>
                    <a:pt x="415823" y="419329"/>
                  </a:lnTo>
                  <a:lnTo>
                    <a:pt x="403251" y="418224"/>
                  </a:lnTo>
                  <a:lnTo>
                    <a:pt x="390779" y="417005"/>
                  </a:lnTo>
                  <a:lnTo>
                    <a:pt x="366243" y="414198"/>
                  </a:lnTo>
                  <a:lnTo>
                    <a:pt x="342189" y="410934"/>
                  </a:lnTo>
                  <a:lnTo>
                    <a:pt x="318694" y="407213"/>
                  </a:lnTo>
                  <a:lnTo>
                    <a:pt x="295758" y="403048"/>
                  </a:lnTo>
                  <a:lnTo>
                    <a:pt x="273431" y="398450"/>
                  </a:lnTo>
                  <a:lnTo>
                    <a:pt x="251727" y="393433"/>
                  </a:lnTo>
                  <a:lnTo>
                    <a:pt x="230708" y="388023"/>
                  </a:lnTo>
                  <a:lnTo>
                    <a:pt x="210376" y="382219"/>
                  </a:lnTo>
                  <a:lnTo>
                    <a:pt x="190779" y="376034"/>
                  </a:lnTo>
                  <a:lnTo>
                    <a:pt x="171958" y="369481"/>
                  </a:lnTo>
                  <a:lnTo>
                    <a:pt x="153937" y="362572"/>
                  </a:lnTo>
                  <a:lnTo>
                    <a:pt x="145199" y="358991"/>
                  </a:lnTo>
                  <a:lnTo>
                    <a:pt x="136703" y="355321"/>
                  </a:lnTo>
                  <a:lnTo>
                    <a:pt x="128422" y="351562"/>
                  </a:lnTo>
                  <a:lnTo>
                    <a:pt x="120345" y="347726"/>
                  </a:lnTo>
                  <a:lnTo>
                    <a:pt x="112497" y="343815"/>
                  </a:lnTo>
                  <a:lnTo>
                    <a:pt x="104877" y="339827"/>
                  </a:lnTo>
                  <a:lnTo>
                    <a:pt x="97485" y="335750"/>
                  </a:lnTo>
                  <a:lnTo>
                    <a:pt x="90335" y="331610"/>
                  </a:lnTo>
                  <a:lnTo>
                    <a:pt x="83414" y="327381"/>
                  </a:lnTo>
                  <a:lnTo>
                    <a:pt x="76733" y="323088"/>
                  </a:lnTo>
                  <a:lnTo>
                    <a:pt x="70307" y="318719"/>
                  </a:lnTo>
                  <a:lnTo>
                    <a:pt x="64122" y="314274"/>
                  </a:lnTo>
                  <a:lnTo>
                    <a:pt x="58191" y="309766"/>
                  </a:lnTo>
                  <a:lnTo>
                    <a:pt x="52527" y="305181"/>
                  </a:lnTo>
                  <a:lnTo>
                    <a:pt x="47117" y="300520"/>
                  </a:lnTo>
                  <a:lnTo>
                    <a:pt x="41973" y="295808"/>
                  </a:lnTo>
                  <a:lnTo>
                    <a:pt x="37109" y="291008"/>
                  </a:lnTo>
                  <a:lnTo>
                    <a:pt x="32512" y="286156"/>
                  </a:lnTo>
                  <a:lnTo>
                    <a:pt x="28194" y="281229"/>
                  </a:lnTo>
                  <a:lnTo>
                    <a:pt x="24168" y="276251"/>
                  </a:lnTo>
                  <a:lnTo>
                    <a:pt x="20422" y="271196"/>
                  </a:lnTo>
                  <a:lnTo>
                    <a:pt x="16967" y="266078"/>
                  </a:lnTo>
                  <a:lnTo>
                    <a:pt x="13831" y="260896"/>
                  </a:lnTo>
                  <a:lnTo>
                    <a:pt x="10986" y="255651"/>
                  </a:lnTo>
                  <a:lnTo>
                    <a:pt x="8458" y="250355"/>
                  </a:lnTo>
                  <a:lnTo>
                    <a:pt x="6248" y="244996"/>
                  </a:lnTo>
                  <a:lnTo>
                    <a:pt x="4356" y="239573"/>
                  </a:lnTo>
                  <a:lnTo>
                    <a:pt x="2807" y="234099"/>
                  </a:lnTo>
                  <a:lnTo>
                    <a:pt x="1588" y="228588"/>
                  </a:lnTo>
                  <a:lnTo>
                    <a:pt x="711" y="223024"/>
                  </a:lnTo>
                  <a:lnTo>
                    <a:pt x="178" y="217412"/>
                  </a:lnTo>
                  <a:lnTo>
                    <a:pt x="0" y="211772"/>
                  </a:lnTo>
                  <a:lnTo>
                    <a:pt x="178" y="206134"/>
                  </a:lnTo>
                  <a:lnTo>
                    <a:pt x="711" y="200520"/>
                  </a:lnTo>
                  <a:lnTo>
                    <a:pt x="1588" y="194958"/>
                  </a:lnTo>
                  <a:lnTo>
                    <a:pt x="2807" y="189446"/>
                  </a:lnTo>
                  <a:lnTo>
                    <a:pt x="4356" y="183972"/>
                  </a:lnTo>
                  <a:lnTo>
                    <a:pt x="6248" y="178550"/>
                  </a:lnTo>
                  <a:lnTo>
                    <a:pt x="8458" y="173190"/>
                  </a:lnTo>
                  <a:lnTo>
                    <a:pt x="10986" y="167894"/>
                  </a:lnTo>
                  <a:lnTo>
                    <a:pt x="13831" y="162649"/>
                  </a:lnTo>
                  <a:lnTo>
                    <a:pt x="16967" y="157467"/>
                  </a:lnTo>
                  <a:lnTo>
                    <a:pt x="20422" y="152349"/>
                  </a:lnTo>
                  <a:lnTo>
                    <a:pt x="24168" y="147295"/>
                  </a:lnTo>
                  <a:lnTo>
                    <a:pt x="28194" y="142316"/>
                  </a:lnTo>
                  <a:lnTo>
                    <a:pt x="32512" y="137389"/>
                  </a:lnTo>
                  <a:lnTo>
                    <a:pt x="37109" y="132537"/>
                  </a:lnTo>
                  <a:lnTo>
                    <a:pt x="41973" y="127736"/>
                  </a:lnTo>
                  <a:lnTo>
                    <a:pt x="47117" y="123025"/>
                  </a:lnTo>
                  <a:lnTo>
                    <a:pt x="52527" y="118364"/>
                  </a:lnTo>
                  <a:lnTo>
                    <a:pt x="58191" y="113779"/>
                  </a:lnTo>
                  <a:lnTo>
                    <a:pt x="64122" y="109271"/>
                  </a:lnTo>
                  <a:lnTo>
                    <a:pt x="70307" y="104826"/>
                  </a:lnTo>
                  <a:lnTo>
                    <a:pt x="76733" y="100457"/>
                  </a:lnTo>
                  <a:lnTo>
                    <a:pt x="83414" y="96165"/>
                  </a:lnTo>
                  <a:lnTo>
                    <a:pt x="90335" y="91935"/>
                  </a:lnTo>
                  <a:lnTo>
                    <a:pt x="97485" y="87795"/>
                  </a:lnTo>
                  <a:lnTo>
                    <a:pt x="104877" y="83718"/>
                  </a:lnTo>
                  <a:lnTo>
                    <a:pt x="112497" y="79731"/>
                  </a:lnTo>
                  <a:lnTo>
                    <a:pt x="120345" y="75806"/>
                  </a:lnTo>
                  <a:lnTo>
                    <a:pt x="128422" y="71984"/>
                  </a:lnTo>
                  <a:lnTo>
                    <a:pt x="136703" y="68225"/>
                  </a:lnTo>
                  <a:lnTo>
                    <a:pt x="145199" y="64554"/>
                  </a:lnTo>
                  <a:lnTo>
                    <a:pt x="153937" y="60973"/>
                  </a:lnTo>
                  <a:lnTo>
                    <a:pt x="171958" y="54064"/>
                  </a:lnTo>
                  <a:lnTo>
                    <a:pt x="190779" y="47511"/>
                  </a:lnTo>
                  <a:lnTo>
                    <a:pt x="210376" y="41326"/>
                  </a:lnTo>
                  <a:lnTo>
                    <a:pt x="230708" y="35522"/>
                  </a:lnTo>
                  <a:lnTo>
                    <a:pt x="251727" y="30099"/>
                  </a:lnTo>
                  <a:lnTo>
                    <a:pt x="273431" y="25095"/>
                  </a:lnTo>
                  <a:lnTo>
                    <a:pt x="295758" y="20498"/>
                  </a:lnTo>
                  <a:lnTo>
                    <a:pt x="318694" y="16332"/>
                  </a:lnTo>
                  <a:lnTo>
                    <a:pt x="342189" y="12611"/>
                  </a:lnTo>
                  <a:lnTo>
                    <a:pt x="366243" y="9347"/>
                  </a:lnTo>
                  <a:lnTo>
                    <a:pt x="390779" y="6541"/>
                  </a:lnTo>
                  <a:lnTo>
                    <a:pt x="403251" y="5321"/>
                  </a:lnTo>
                  <a:lnTo>
                    <a:pt x="415823" y="4216"/>
                  </a:lnTo>
                  <a:lnTo>
                    <a:pt x="428511" y="3251"/>
                  </a:lnTo>
                  <a:lnTo>
                    <a:pt x="441300" y="2401"/>
                  </a:lnTo>
                  <a:lnTo>
                    <a:pt x="454190" y="1663"/>
                  </a:lnTo>
                  <a:lnTo>
                    <a:pt x="467182" y="1067"/>
                  </a:lnTo>
                  <a:lnTo>
                    <a:pt x="480276" y="609"/>
                  </a:lnTo>
                  <a:lnTo>
                    <a:pt x="493446" y="267"/>
                  </a:lnTo>
                  <a:lnTo>
                    <a:pt x="506718" y="64"/>
                  </a:lnTo>
                  <a:lnTo>
                    <a:pt x="52006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3" name="Shape 1346"/>
            <p:cNvSpPr/>
            <p:nvPr/>
          </p:nvSpPr>
          <p:spPr>
            <a:xfrm>
              <a:off x="3848735" y="675005"/>
              <a:ext cx="520065" cy="423545"/>
            </a:xfrm>
            <a:custGeom>
              <a:avLst/>
              <a:gdLst/>
              <a:ahLst/>
              <a:cxnLst/>
              <a:rect l="0" t="0" r="0" b="0"/>
              <a:pathLst>
                <a:path w="520065" h="423545">
                  <a:moveTo>
                    <a:pt x="0" y="0"/>
                  </a:moveTo>
                  <a:lnTo>
                    <a:pt x="13348" y="64"/>
                  </a:lnTo>
                  <a:lnTo>
                    <a:pt x="26620" y="267"/>
                  </a:lnTo>
                  <a:lnTo>
                    <a:pt x="39789" y="609"/>
                  </a:lnTo>
                  <a:lnTo>
                    <a:pt x="52883" y="1067"/>
                  </a:lnTo>
                  <a:lnTo>
                    <a:pt x="65875" y="1663"/>
                  </a:lnTo>
                  <a:lnTo>
                    <a:pt x="78766" y="2401"/>
                  </a:lnTo>
                  <a:lnTo>
                    <a:pt x="91554" y="3251"/>
                  </a:lnTo>
                  <a:lnTo>
                    <a:pt x="104242" y="4216"/>
                  </a:lnTo>
                  <a:lnTo>
                    <a:pt x="116815" y="5321"/>
                  </a:lnTo>
                  <a:lnTo>
                    <a:pt x="129286" y="6541"/>
                  </a:lnTo>
                  <a:lnTo>
                    <a:pt x="153823" y="9347"/>
                  </a:lnTo>
                  <a:lnTo>
                    <a:pt x="177876" y="12611"/>
                  </a:lnTo>
                  <a:lnTo>
                    <a:pt x="201371" y="16332"/>
                  </a:lnTo>
                  <a:lnTo>
                    <a:pt x="224308" y="20498"/>
                  </a:lnTo>
                  <a:lnTo>
                    <a:pt x="246634" y="25095"/>
                  </a:lnTo>
                  <a:lnTo>
                    <a:pt x="268339" y="30099"/>
                  </a:lnTo>
                  <a:lnTo>
                    <a:pt x="289357" y="35522"/>
                  </a:lnTo>
                  <a:lnTo>
                    <a:pt x="309690" y="41326"/>
                  </a:lnTo>
                  <a:lnTo>
                    <a:pt x="329286" y="47511"/>
                  </a:lnTo>
                  <a:lnTo>
                    <a:pt x="348107" y="54064"/>
                  </a:lnTo>
                  <a:lnTo>
                    <a:pt x="366128" y="60973"/>
                  </a:lnTo>
                  <a:lnTo>
                    <a:pt x="374866" y="64554"/>
                  </a:lnTo>
                  <a:lnTo>
                    <a:pt x="383363" y="68225"/>
                  </a:lnTo>
                  <a:lnTo>
                    <a:pt x="391643" y="71984"/>
                  </a:lnTo>
                  <a:lnTo>
                    <a:pt x="399720" y="75806"/>
                  </a:lnTo>
                  <a:lnTo>
                    <a:pt x="407569" y="79731"/>
                  </a:lnTo>
                  <a:lnTo>
                    <a:pt x="415189" y="83718"/>
                  </a:lnTo>
                  <a:lnTo>
                    <a:pt x="422580" y="87795"/>
                  </a:lnTo>
                  <a:lnTo>
                    <a:pt x="429730" y="91935"/>
                  </a:lnTo>
                  <a:lnTo>
                    <a:pt x="436652" y="96165"/>
                  </a:lnTo>
                  <a:lnTo>
                    <a:pt x="443332" y="100457"/>
                  </a:lnTo>
                  <a:lnTo>
                    <a:pt x="449758" y="104826"/>
                  </a:lnTo>
                  <a:lnTo>
                    <a:pt x="455943" y="109271"/>
                  </a:lnTo>
                  <a:lnTo>
                    <a:pt x="461874" y="113779"/>
                  </a:lnTo>
                  <a:lnTo>
                    <a:pt x="467538" y="118364"/>
                  </a:lnTo>
                  <a:lnTo>
                    <a:pt x="472948" y="123025"/>
                  </a:lnTo>
                  <a:lnTo>
                    <a:pt x="478092" y="127736"/>
                  </a:lnTo>
                  <a:lnTo>
                    <a:pt x="482956" y="132537"/>
                  </a:lnTo>
                  <a:lnTo>
                    <a:pt x="487553" y="137389"/>
                  </a:lnTo>
                  <a:lnTo>
                    <a:pt x="491871" y="142316"/>
                  </a:lnTo>
                  <a:lnTo>
                    <a:pt x="495897" y="147295"/>
                  </a:lnTo>
                  <a:lnTo>
                    <a:pt x="499644" y="152349"/>
                  </a:lnTo>
                  <a:lnTo>
                    <a:pt x="503098" y="157467"/>
                  </a:lnTo>
                  <a:lnTo>
                    <a:pt x="506235" y="162649"/>
                  </a:lnTo>
                  <a:lnTo>
                    <a:pt x="509080" y="167894"/>
                  </a:lnTo>
                  <a:lnTo>
                    <a:pt x="511607" y="173190"/>
                  </a:lnTo>
                  <a:lnTo>
                    <a:pt x="513817" y="178550"/>
                  </a:lnTo>
                  <a:lnTo>
                    <a:pt x="515709" y="183972"/>
                  </a:lnTo>
                  <a:lnTo>
                    <a:pt x="517259" y="189446"/>
                  </a:lnTo>
                  <a:lnTo>
                    <a:pt x="518478" y="194958"/>
                  </a:lnTo>
                  <a:lnTo>
                    <a:pt x="519354" y="200520"/>
                  </a:lnTo>
                  <a:lnTo>
                    <a:pt x="519888" y="206134"/>
                  </a:lnTo>
                  <a:lnTo>
                    <a:pt x="520065" y="211772"/>
                  </a:lnTo>
                  <a:lnTo>
                    <a:pt x="519888" y="217412"/>
                  </a:lnTo>
                  <a:lnTo>
                    <a:pt x="519354" y="223024"/>
                  </a:lnTo>
                  <a:lnTo>
                    <a:pt x="518478" y="228588"/>
                  </a:lnTo>
                  <a:lnTo>
                    <a:pt x="517259" y="234099"/>
                  </a:lnTo>
                  <a:lnTo>
                    <a:pt x="515709" y="239573"/>
                  </a:lnTo>
                  <a:lnTo>
                    <a:pt x="513817" y="244996"/>
                  </a:lnTo>
                  <a:lnTo>
                    <a:pt x="511607" y="250355"/>
                  </a:lnTo>
                  <a:lnTo>
                    <a:pt x="509080" y="255651"/>
                  </a:lnTo>
                  <a:lnTo>
                    <a:pt x="506235" y="260896"/>
                  </a:lnTo>
                  <a:lnTo>
                    <a:pt x="503098" y="266078"/>
                  </a:lnTo>
                  <a:lnTo>
                    <a:pt x="499644" y="271196"/>
                  </a:lnTo>
                  <a:lnTo>
                    <a:pt x="495897" y="276251"/>
                  </a:lnTo>
                  <a:lnTo>
                    <a:pt x="491871" y="281229"/>
                  </a:lnTo>
                  <a:lnTo>
                    <a:pt x="487553" y="286156"/>
                  </a:lnTo>
                  <a:lnTo>
                    <a:pt x="482956" y="291008"/>
                  </a:lnTo>
                  <a:lnTo>
                    <a:pt x="478092" y="295808"/>
                  </a:lnTo>
                  <a:lnTo>
                    <a:pt x="472948" y="300520"/>
                  </a:lnTo>
                  <a:lnTo>
                    <a:pt x="467538" y="305181"/>
                  </a:lnTo>
                  <a:lnTo>
                    <a:pt x="461874" y="309766"/>
                  </a:lnTo>
                  <a:lnTo>
                    <a:pt x="455943" y="314274"/>
                  </a:lnTo>
                  <a:lnTo>
                    <a:pt x="449758" y="318719"/>
                  </a:lnTo>
                  <a:lnTo>
                    <a:pt x="443332" y="323088"/>
                  </a:lnTo>
                  <a:lnTo>
                    <a:pt x="436652" y="327381"/>
                  </a:lnTo>
                  <a:lnTo>
                    <a:pt x="429730" y="331610"/>
                  </a:lnTo>
                  <a:lnTo>
                    <a:pt x="422580" y="335750"/>
                  </a:lnTo>
                  <a:lnTo>
                    <a:pt x="415189" y="339827"/>
                  </a:lnTo>
                  <a:lnTo>
                    <a:pt x="407569" y="343815"/>
                  </a:lnTo>
                  <a:lnTo>
                    <a:pt x="399720" y="347726"/>
                  </a:lnTo>
                  <a:lnTo>
                    <a:pt x="391643" y="351562"/>
                  </a:lnTo>
                  <a:lnTo>
                    <a:pt x="383363" y="355321"/>
                  </a:lnTo>
                  <a:lnTo>
                    <a:pt x="374866" y="358991"/>
                  </a:lnTo>
                  <a:lnTo>
                    <a:pt x="366128" y="362572"/>
                  </a:lnTo>
                  <a:lnTo>
                    <a:pt x="348107" y="369481"/>
                  </a:lnTo>
                  <a:lnTo>
                    <a:pt x="329286" y="376034"/>
                  </a:lnTo>
                  <a:lnTo>
                    <a:pt x="309690" y="382219"/>
                  </a:lnTo>
                  <a:lnTo>
                    <a:pt x="289357" y="388023"/>
                  </a:lnTo>
                  <a:lnTo>
                    <a:pt x="268339" y="393433"/>
                  </a:lnTo>
                  <a:lnTo>
                    <a:pt x="246634" y="398450"/>
                  </a:lnTo>
                  <a:lnTo>
                    <a:pt x="224308" y="403048"/>
                  </a:lnTo>
                  <a:lnTo>
                    <a:pt x="201371" y="407213"/>
                  </a:lnTo>
                  <a:lnTo>
                    <a:pt x="177876" y="410934"/>
                  </a:lnTo>
                  <a:lnTo>
                    <a:pt x="153823" y="414198"/>
                  </a:lnTo>
                  <a:lnTo>
                    <a:pt x="129286" y="417005"/>
                  </a:lnTo>
                  <a:lnTo>
                    <a:pt x="116815" y="418224"/>
                  </a:lnTo>
                  <a:lnTo>
                    <a:pt x="104242" y="419329"/>
                  </a:lnTo>
                  <a:lnTo>
                    <a:pt x="91554" y="420294"/>
                  </a:lnTo>
                  <a:lnTo>
                    <a:pt x="78766" y="421145"/>
                  </a:lnTo>
                  <a:lnTo>
                    <a:pt x="65875" y="421881"/>
                  </a:lnTo>
                  <a:lnTo>
                    <a:pt x="52883" y="422478"/>
                  </a:lnTo>
                  <a:lnTo>
                    <a:pt x="39789" y="422935"/>
                  </a:lnTo>
                  <a:lnTo>
                    <a:pt x="26620" y="423278"/>
                  </a:lnTo>
                  <a:lnTo>
                    <a:pt x="13348" y="423481"/>
                  </a:lnTo>
                  <a:lnTo>
                    <a:pt x="0" y="423545"/>
                  </a:lnTo>
                  <a:lnTo>
                    <a:pt x="0" y="423545"/>
                  </a:lnTo>
                  <a:lnTo>
                    <a:pt x="0" y="414020"/>
                  </a:lnTo>
                  <a:lnTo>
                    <a:pt x="13272" y="413956"/>
                  </a:lnTo>
                  <a:lnTo>
                    <a:pt x="13234" y="413956"/>
                  </a:lnTo>
                  <a:lnTo>
                    <a:pt x="26442" y="413753"/>
                  </a:lnTo>
                  <a:lnTo>
                    <a:pt x="26391" y="413753"/>
                  </a:lnTo>
                  <a:lnTo>
                    <a:pt x="39523" y="413423"/>
                  </a:lnTo>
                  <a:lnTo>
                    <a:pt x="39472" y="413423"/>
                  </a:lnTo>
                  <a:lnTo>
                    <a:pt x="52515" y="412953"/>
                  </a:lnTo>
                  <a:lnTo>
                    <a:pt x="52464" y="412953"/>
                  </a:lnTo>
                  <a:lnTo>
                    <a:pt x="65418" y="412356"/>
                  </a:lnTo>
                  <a:lnTo>
                    <a:pt x="65367" y="412369"/>
                  </a:lnTo>
                  <a:lnTo>
                    <a:pt x="78207" y="411645"/>
                  </a:lnTo>
                  <a:lnTo>
                    <a:pt x="78156" y="411645"/>
                  </a:lnTo>
                  <a:lnTo>
                    <a:pt x="90907" y="410794"/>
                  </a:lnTo>
                  <a:lnTo>
                    <a:pt x="90856" y="410794"/>
                  </a:lnTo>
                  <a:lnTo>
                    <a:pt x="103493" y="409829"/>
                  </a:lnTo>
                  <a:lnTo>
                    <a:pt x="103442" y="409829"/>
                  </a:lnTo>
                  <a:lnTo>
                    <a:pt x="115964" y="408737"/>
                  </a:lnTo>
                  <a:lnTo>
                    <a:pt x="115913" y="408737"/>
                  </a:lnTo>
                  <a:lnTo>
                    <a:pt x="128321" y="407530"/>
                  </a:lnTo>
                  <a:lnTo>
                    <a:pt x="128245" y="407530"/>
                  </a:lnTo>
                  <a:lnTo>
                    <a:pt x="152629" y="404756"/>
                  </a:lnTo>
                  <a:lnTo>
                    <a:pt x="176543" y="401498"/>
                  </a:lnTo>
                  <a:lnTo>
                    <a:pt x="176429" y="401524"/>
                  </a:lnTo>
                  <a:lnTo>
                    <a:pt x="199835" y="397814"/>
                  </a:lnTo>
                  <a:lnTo>
                    <a:pt x="199733" y="397828"/>
                  </a:lnTo>
                  <a:lnTo>
                    <a:pt x="222555" y="393688"/>
                  </a:lnTo>
                  <a:lnTo>
                    <a:pt x="222441" y="393700"/>
                  </a:lnTo>
                  <a:lnTo>
                    <a:pt x="244634" y="389134"/>
                  </a:lnTo>
                  <a:lnTo>
                    <a:pt x="266129" y="384175"/>
                  </a:lnTo>
                  <a:lnTo>
                    <a:pt x="266014" y="384201"/>
                  </a:lnTo>
                  <a:lnTo>
                    <a:pt x="286919" y="378816"/>
                  </a:lnTo>
                  <a:lnTo>
                    <a:pt x="286805" y="378854"/>
                  </a:lnTo>
                  <a:lnTo>
                    <a:pt x="306968" y="373087"/>
                  </a:lnTo>
                  <a:lnTo>
                    <a:pt x="326352" y="366967"/>
                  </a:lnTo>
                  <a:lnTo>
                    <a:pt x="326213" y="367017"/>
                  </a:lnTo>
                  <a:lnTo>
                    <a:pt x="344907" y="360502"/>
                  </a:lnTo>
                  <a:lnTo>
                    <a:pt x="344780" y="360553"/>
                  </a:lnTo>
                  <a:lnTo>
                    <a:pt x="362674" y="353708"/>
                  </a:lnTo>
                  <a:lnTo>
                    <a:pt x="362560" y="353746"/>
                  </a:lnTo>
                  <a:lnTo>
                    <a:pt x="371196" y="350189"/>
                  </a:lnTo>
                  <a:lnTo>
                    <a:pt x="371120" y="350228"/>
                  </a:lnTo>
                  <a:lnTo>
                    <a:pt x="379552" y="346583"/>
                  </a:lnTo>
                  <a:lnTo>
                    <a:pt x="379476" y="346621"/>
                  </a:lnTo>
                  <a:lnTo>
                    <a:pt x="387681" y="342900"/>
                  </a:lnTo>
                  <a:lnTo>
                    <a:pt x="387604" y="342938"/>
                  </a:lnTo>
                  <a:lnTo>
                    <a:pt x="395593" y="339154"/>
                  </a:lnTo>
                  <a:lnTo>
                    <a:pt x="395504" y="339192"/>
                  </a:lnTo>
                  <a:lnTo>
                    <a:pt x="403276" y="335318"/>
                  </a:lnTo>
                  <a:lnTo>
                    <a:pt x="403187" y="335356"/>
                  </a:lnTo>
                  <a:lnTo>
                    <a:pt x="410718" y="331406"/>
                  </a:lnTo>
                  <a:lnTo>
                    <a:pt x="410630" y="331457"/>
                  </a:lnTo>
                  <a:lnTo>
                    <a:pt x="417923" y="327436"/>
                  </a:lnTo>
                  <a:lnTo>
                    <a:pt x="424904" y="323393"/>
                  </a:lnTo>
                  <a:lnTo>
                    <a:pt x="424815" y="323444"/>
                  </a:lnTo>
                  <a:lnTo>
                    <a:pt x="431635" y="319278"/>
                  </a:lnTo>
                  <a:lnTo>
                    <a:pt x="431546" y="319342"/>
                  </a:lnTo>
                  <a:lnTo>
                    <a:pt x="438125" y="315113"/>
                  </a:lnTo>
                  <a:lnTo>
                    <a:pt x="438023" y="315176"/>
                  </a:lnTo>
                  <a:lnTo>
                    <a:pt x="444360" y="310871"/>
                  </a:lnTo>
                  <a:lnTo>
                    <a:pt x="444246" y="310947"/>
                  </a:lnTo>
                  <a:lnTo>
                    <a:pt x="450297" y="306601"/>
                  </a:lnTo>
                  <a:lnTo>
                    <a:pt x="455974" y="302275"/>
                  </a:lnTo>
                  <a:lnTo>
                    <a:pt x="461493" y="297815"/>
                  </a:lnTo>
                  <a:lnTo>
                    <a:pt x="461378" y="297904"/>
                  </a:lnTo>
                  <a:lnTo>
                    <a:pt x="466616" y="293408"/>
                  </a:lnTo>
                  <a:lnTo>
                    <a:pt x="471589" y="288836"/>
                  </a:lnTo>
                  <a:lnTo>
                    <a:pt x="471462" y="288951"/>
                  </a:lnTo>
                  <a:lnTo>
                    <a:pt x="476136" y="284364"/>
                  </a:lnTo>
                  <a:lnTo>
                    <a:pt x="480581" y="279679"/>
                  </a:lnTo>
                  <a:lnTo>
                    <a:pt x="480454" y="279806"/>
                  </a:lnTo>
                  <a:lnTo>
                    <a:pt x="484645" y="275031"/>
                  </a:lnTo>
                  <a:lnTo>
                    <a:pt x="484518" y="275171"/>
                  </a:lnTo>
                  <a:lnTo>
                    <a:pt x="488376" y="270399"/>
                  </a:lnTo>
                  <a:lnTo>
                    <a:pt x="491922" y="265608"/>
                  </a:lnTo>
                  <a:lnTo>
                    <a:pt x="491808" y="265785"/>
                  </a:lnTo>
                  <a:lnTo>
                    <a:pt x="495020" y="261017"/>
                  </a:lnTo>
                  <a:lnTo>
                    <a:pt x="497991" y="256110"/>
                  </a:lnTo>
                  <a:lnTo>
                    <a:pt x="500604" y="251297"/>
                  </a:lnTo>
                  <a:lnTo>
                    <a:pt x="502905" y="246480"/>
                  </a:lnTo>
                  <a:lnTo>
                    <a:pt x="504881" y="241681"/>
                  </a:lnTo>
                  <a:lnTo>
                    <a:pt x="506579" y="236827"/>
                  </a:lnTo>
                  <a:lnTo>
                    <a:pt x="508000" y="231859"/>
                  </a:lnTo>
                  <a:lnTo>
                    <a:pt x="509096" y="226940"/>
                  </a:lnTo>
                  <a:lnTo>
                    <a:pt x="509904" y="221848"/>
                  </a:lnTo>
                  <a:lnTo>
                    <a:pt x="510383" y="216716"/>
                  </a:lnTo>
                  <a:lnTo>
                    <a:pt x="510536" y="211772"/>
                  </a:lnTo>
                  <a:lnTo>
                    <a:pt x="510383" y="206828"/>
                  </a:lnTo>
                  <a:lnTo>
                    <a:pt x="509904" y="201697"/>
                  </a:lnTo>
                  <a:lnTo>
                    <a:pt x="509096" y="196607"/>
                  </a:lnTo>
                  <a:lnTo>
                    <a:pt x="508001" y="191688"/>
                  </a:lnTo>
                  <a:lnTo>
                    <a:pt x="506578" y="186716"/>
                  </a:lnTo>
                  <a:lnTo>
                    <a:pt x="506667" y="186969"/>
                  </a:lnTo>
                  <a:lnTo>
                    <a:pt x="504881" y="181864"/>
                  </a:lnTo>
                  <a:lnTo>
                    <a:pt x="502905" y="177065"/>
                  </a:lnTo>
                  <a:lnTo>
                    <a:pt x="500601" y="172241"/>
                  </a:lnTo>
                  <a:lnTo>
                    <a:pt x="497996" y="167443"/>
                  </a:lnTo>
                  <a:lnTo>
                    <a:pt x="495015" y="162521"/>
                  </a:lnTo>
                  <a:lnTo>
                    <a:pt x="491808" y="157759"/>
                  </a:lnTo>
                  <a:lnTo>
                    <a:pt x="491922" y="157937"/>
                  </a:lnTo>
                  <a:lnTo>
                    <a:pt x="488376" y="153147"/>
                  </a:lnTo>
                  <a:lnTo>
                    <a:pt x="484518" y="148374"/>
                  </a:lnTo>
                  <a:lnTo>
                    <a:pt x="484645" y="148513"/>
                  </a:lnTo>
                  <a:lnTo>
                    <a:pt x="480454" y="143739"/>
                  </a:lnTo>
                  <a:lnTo>
                    <a:pt x="480581" y="143866"/>
                  </a:lnTo>
                  <a:lnTo>
                    <a:pt x="476136" y="139181"/>
                  </a:lnTo>
                  <a:lnTo>
                    <a:pt x="471462" y="134595"/>
                  </a:lnTo>
                  <a:lnTo>
                    <a:pt x="471589" y="134709"/>
                  </a:lnTo>
                  <a:lnTo>
                    <a:pt x="466616" y="130137"/>
                  </a:lnTo>
                  <a:lnTo>
                    <a:pt x="461378" y="125641"/>
                  </a:lnTo>
                  <a:lnTo>
                    <a:pt x="461493" y="125730"/>
                  </a:lnTo>
                  <a:lnTo>
                    <a:pt x="455957" y="121256"/>
                  </a:lnTo>
                  <a:lnTo>
                    <a:pt x="450315" y="116957"/>
                  </a:lnTo>
                  <a:lnTo>
                    <a:pt x="444246" y="112599"/>
                  </a:lnTo>
                  <a:lnTo>
                    <a:pt x="444360" y="112675"/>
                  </a:lnTo>
                  <a:lnTo>
                    <a:pt x="438023" y="108369"/>
                  </a:lnTo>
                  <a:lnTo>
                    <a:pt x="438125" y="108433"/>
                  </a:lnTo>
                  <a:lnTo>
                    <a:pt x="431546" y="104204"/>
                  </a:lnTo>
                  <a:lnTo>
                    <a:pt x="431635" y="104267"/>
                  </a:lnTo>
                  <a:lnTo>
                    <a:pt x="424815" y="100102"/>
                  </a:lnTo>
                  <a:lnTo>
                    <a:pt x="424904" y="100152"/>
                  </a:lnTo>
                  <a:lnTo>
                    <a:pt x="417895" y="96093"/>
                  </a:lnTo>
                  <a:lnTo>
                    <a:pt x="410630" y="92087"/>
                  </a:lnTo>
                  <a:lnTo>
                    <a:pt x="410718" y="92139"/>
                  </a:lnTo>
                  <a:lnTo>
                    <a:pt x="403187" y="88188"/>
                  </a:lnTo>
                  <a:lnTo>
                    <a:pt x="403276" y="88227"/>
                  </a:lnTo>
                  <a:lnTo>
                    <a:pt x="395504" y="84354"/>
                  </a:lnTo>
                  <a:lnTo>
                    <a:pt x="395593" y="84392"/>
                  </a:lnTo>
                  <a:lnTo>
                    <a:pt x="387604" y="80607"/>
                  </a:lnTo>
                  <a:lnTo>
                    <a:pt x="387681" y="80632"/>
                  </a:lnTo>
                  <a:lnTo>
                    <a:pt x="379476" y="76924"/>
                  </a:lnTo>
                  <a:lnTo>
                    <a:pt x="379552" y="76962"/>
                  </a:lnTo>
                  <a:lnTo>
                    <a:pt x="371120" y="73317"/>
                  </a:lnTo>
                  <a:lnTo>
                    <a:pt x="371196" y="73355"/>
                  </a:lnTo>
                  <a:lnTo>
                    <a:pt x="362560" y="69799"/>
                  </a:lnTo>
                  <a:lnTo>
                    <a:pt x="362674" y="69838"/>
                  </a:lnTo>
                  <a:lnTo>
                    <a:pt x="344780" y="62992"/>
                  </a:lnTo>
                  <a:lnTo>
                    <a:pt x="344907" y="63043"/>
                  </a:lnTo>
                  <a:lnTo>
                    <a:pt x="326213" y="56528"/>
                  </a:lnTo>
                  <a:lnTo>
                    <a:pt x="326352" y="56579"/>
                  </a:lnTo>
                  <a:lnTo>
                    <a:pt x="306942" y="50450"/>
                  </a:lnTo>
                  <a:lnTo>
                    <a:pt x="286805" y="44691"/>
                  </a:lnTo>
                  <a:lnTo>
                    <a:pt x="286919" y="44729"/>
                  </a:lnTo>
                  <a:lnTo>
                    <a:pt x="266014" y="39345"/>
                  </a:lnTo>
                  <a:lnTo>
                    <a:pt x="266129" y="39370"/>
                  </a:lnTo>
                  <a:lnTo>
                    <a:pt x="244634" y="34411"/>
                  </a:lnTo>
                  <a:lnTo>
                    <a:pt x="222441" y="29845"/>
                  </a:lnTo>
                  <a:lnTo>
                    <a:pt x="222555" y="29858"/>
                  </a:lnTo>
                  <a:lnTo>
                    <a:pt x="199733" y="25718"/>
                  </a:lnTo>
                  <a:lnTo>
                    <a:pt x="199835" y="25730"/>
                  </a:lnTo>
                  <a:lnTo>
                    <a:pt x="176429" y="22022"/>
                  </a:lnTo>
                  <a:lnTo>
                    <a:pt x="176543" y="22047"/>
                  </a:lnTo>
                  <a:lnTo>
                    <a:pt x="152628" y="18789"/>
                  </a:lnTo>
                  <a:lnTo>
                    <a:pt x="128245" y="16015"/>
                  </a:lnTo>
                  <a:lnTo>
                    <a:pt x="128321" y="16015"/>
                  </a:lnTo>
                  <a:lnTo>
                    <a:pt x="115913" y="14808"/>
                  </a:lnTo>
                  <a:lnTo>
                    <a:pt x="115964" y="14808"/>
                  </a:lnTo>
                  <a:lnTo>
                    <a:pt x="103442" y="13716"/>
                  </a:lnTo>
                  <a:lnTo>
                    <a:pt x="103493" y="13716"/>
                  </a:lnTo>
                  <a:lnTo>
                    <a:pt x="90856" y="12738"/>
                  </a:lnTo>
                  <a:lnTo>
                    <a:pt x="90907" y="12751"/>
                  </a:lnTo>
                  <a:lnTo>
                    <a:pt x="78156" y="11900"/>
                  </a:lnTo>
                  <a:lnTo>
                    <a:pt x="78207" y="11900"/>
                  </a:lnTo>
                  <a:lnTo>
                    <a:pt x="65367" y="11176"/>
                  </a:lnTo>
                  <a:lnTo>
                    <a:pt x="65418" y="11188"/>
                  </a:lnTo>
                  <a:lnTo>
                    <a:pt x="52464" y="10592"/>
                  </a:lnTo>
                  <a:lnTo>
                    <a:pt x="52515" y="10592"/>
                  </a:lnTo>
                  <a:lnTo>
                    <a:pt x="39472" y="10122"/>
                  </a:lnTo>
                  <a:lnTo>
                    <a:pt x="39523" y="10122"/>
                  </a:lnTo>
                  <a:lnTo>
                    <a:pt x="26391" y="9792"/>
                  </a:lnTo>
                  <a:lnTo>
                    <a:pt x="26442" y="9792"/>
                  </a:lnTo>
                  <a:lnTo>
                    <a:pt x="13234" y="9589"/>
                  </a:lnTo>
                  <a:lnTo>
                    <a:pt x="13272" y="9589"/>
                  </a:lnTo>
                  <a:lnTo>
                    <a:pt x="0" y="9525"/>
                  </a:lnTo>
                  <a:lnTo>
                    <a:pt x="0" y="0"/>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4" name="Rectangle 23"/>
            <p:cNvSpPr/>
            <p:nvPr/>
          </p:nvSpPr>
          <p:spPr>
            <a:xfrm>
              <a:off x="3591878" y="812514"/>
              <a:ext cx="727408"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Update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5" name="Shape 1349"/>
            <p:cNvSpPr/>
            <p:nvPr/>
          </p:nvSpPr>
          <p:spPr>
            <a:xfrm>
              <a:off x="3370580" y="2016760"/>
              <a:ext cx="509905" cy="414020"/>
            </a:xfrm>
            <a:custGeom>
              <a:avLst/>
              <a:gdLst/>
              <a:ahLst/>
              <a:cxnLst/>
              <a:rect l="0" t="0" r="0" b="0"/>
              <a:pathLst>
                <a:path w="509905" h="414020">
                  <a:moveTo>
                    <a:pt x="509905" y="0"/>
                  </a:moveTo>
                  <a:lnTo>
                    <a:pt x="509905" y="9525"/>
                  </a:lnTo>
                  <a:lnTo>
                    <a:pt x="496888" y="9589"/>
                  </a:lnTo>
                  <a:lnTo>
                    <a:pt x="496938" y="9589"/>
                  </a:lnTo>
                  <a:lnTo>
                    <a:pt x="483984" y="9792"/>
                  </a:lnTo>
                  <a:lnTo>
                    <a:pt x="484035" y="9792"/>
                  </a:lnTo>
                  <a:lnTo>
                    <a:pt x="471157" y="10109"/>
                  </a:lnTo>
                  <a:lnTo>
                    <a:pt x="471208" y="10109"/>
                  </a:lnTo>
                  <a:lnTo>
                    <a:pt x="458432" y="10566"/>
                  </a:lnTo>
                  <a:lnTo>
                    <a:pt x="458470" y="10566"/>
                  </a:lnTo>
                  <a:lnTo>
                    <a:pt x="445782" y="11150"/>
                  </a:lnTo>
                  <a:lnTo>
                    <a:pt x="445833" y="11137"/>
                  </a:lnTo>
                  <a:lnTo>
                    <a:pt x="433248" y="11849"/>
                  </a:lnTo>
                  <a:lnTo>
                    <a:pt x="433298" y="11849"/>
                  </a:lnTo>
                  <a:lnTo>
                    <a:pt x="420802" y="12674"/>
                  </a:lnTo>
                  <a:lnTo>
                    <a:pt x="420853" y="12674"/>
                  </a:lnTo>
                  <a:lnTo>
                    <a:pt x="408470" y="13614"/>
                  </a:lnTo>
                  <a:lnTo>
                    <a:pt x="408534" y="13614"/>
                  </a:lnTo>
                  <a:lnTo>
                    <a:pt x="384099" y="15875"/>
                  </a:lnTo>
                  <a:lnTo>
                    <a:pt x="384200" y="15862"/>
                  </a:lnTo>
                  <a:lnTo>
                    <a:pt x="360235" y="18593"/>
                  </a:lnTo>
                  <a:lnTo>
                    <a:pt x="360324" y="18579"/>
                  </a:lnTo>
                  <a:lnTo>
                    <a:pt x="336855" y="21754"/>
                  </a:lnTo>
                  <a:lnTo>
                    <a:pt x="336969" y="21742"/>
                  </a:lnTo>
                  <a:lnTo>
                    <a:pt x="314020" y="25361"/>
                  </a:lnTo>
                  <a:lnTo>
                    <a:pt x="314134" y="25336"/>
                  </a:lnTo>
                  <a:lnTo>
                    <a:pt x="291757" y="29387"/>
                  </a:lnTo>
                  <a:lnTo>
                    <a:pt x="291859" y="29375"/>
                  </a:lnTo>
                  <a:lnTo>
                    <a:pt x="270108" y="33827"/>
                  </a:lnTo>
                  <a:lnTo>
                    <a:pt x="249034" y="38684"/>
                  </a:lnTo>
                  <a:lnTo>
                    <a:pt x="249148" y="38658"/>
                  </a:lnTo>
                  <a:lnTo>
                    <a:pt x="228663" y="43916"/>
                  </a:lnTo>
                  <a:lnTo>
                    <a:pt x="228778" y="43878"/>
                  </a:lnTo>
                  <a:lnTo>
                    <a:pt x="209046" y="49498"/>
                  </a:lnTo>
                  <a:lnTo>
                    <a:pt x="190017" y="55486"/>
                  </a:lnTo>
                  <a:lnTo>
                    <a:pt x="190144" y="55448"/>
                  </a:lnTo>
                  <a:lnTo>
                    <a:pt x="171901" y="61769"/>
                  </a:lnTo>
                  <a:lnTo>
                    <a:pt x="154419" y="68452"/>
                  </a:lnTo>
                  <a:lnTo>
                    <a:pt x="154559" y="68389"/>
                  </a:lnTo>
                  <a:lnTo>
                    <a:pt x="137847" y="75407"/>
                  </a:lnTo>
                  <a:lnTo>
                    <a:pt x="129896" y="78994"/>
                  </a:lnTo>
                  <a:lnTo>
                    <a:pt x="129984" y="78956"/>
                  </a:lnTo>
                  <a:lnTo>
                    <a:pt x="122148" y="82664"/>
                  </a:lnTo>
                  <a:lnTo>
                    <a:pt x="122238" y="82626"/>
                  </a:lnTo>
                  <a:lnTo>
                    <a:pt x="114617" y="86410"/>
                  </a:lnTo>
                  <a:lnTo>
                    <a:pt x="114706" y="86372"/>
                  </a:lnTo>
                  <a:lnTo>
                    <a:pt x="107315" y="90221"/>
                  </a:lnTo>
                  <a:lnTo>
                    <a:pt x="107404" y="90170"/>
                  </a:lnTo>
                  <a:lnTo>
                    <a:pt x="100295" y="94084"/>
                  </a:lnTo>
                  <a:lnTo>
                    <a:pt x="93421" y="98056"/>
                  </a:lnTo>
                  <a:lnTo>
                    <a:pt x="93510" y="98006"/>
                  </a:lnTo>
                  <a:lnTo>
                    <a:pt x="86864" y="102042"/>
                  </a:lnTo>
                  <a:lnTo>
                    <a:pt x="80467" y="106146"/>
                  </a:lnTo>
                  <a:lnTo>
                    <a:pt x="80569" y="106083"/>
                  </a:lnTo>
                  <a:lnTo>
                    <a:pt x="74358" y="110286"/>
                  </a:lnTo>
                  <a:lnTo>
                    <a:pt x="74460" y="110210"/>
                  </a:lnTo>
                  <a:lnTo>
                    <a:pt x="68530" y="114458"/>
                  </a:lnTo>
                  <a:lnTo>
                    <a:pt x="62962" y="118687"/>
                  </a:lnTo>
                  <a:lnTo>
                    <a:pt x="57569" y="123037"/>
                  </a:lnTo>
                  <a:lnTo>
                    <a:pt x="57671" y="122948"/>
                  </a:lnTo>
                  <a:lnTo>
                    <a:pt x="52529" y="127359"/>
                  </a:lnTo>
                  <a:lnTo>
                    <a:pt x="47676" y="131800"/>
                  </a:lnTo>
                  <a:lnTo>
                    <a:pt x="47790" y="131686"/>
                  </a:lnTo>
                  <a:lnTo>
                    <a:pt x="43129" y="136245"/>
                  </a:lnTo>
                  <a:lnTo>
                    <a:pt x="43256" y="136131"/>
                  </a:lnTo>
                  <a:lnTo>
                    <a:pt x="38915" y="140698"/>
                  </a:lnTo>
                  <a:lnTo>
                    <a:pt x="34874" y="145288"/>
                  </a:lnTo>
                  <a:lnTo>
                    <a:pt x="35001" y="145148"/>
                  </a:lnTo>
                  <a:lnTo>
                    <a:pt x="31219" y="149806"/>
                  </a:lnTo>
                  <a:lnTo>
                    <a:pt x="27819" y="154389"/>
                  </a:lnTo>
                  <a:lnTo>
                    <a:pt x="24612" y="159131"/>
                  </a:lnTo>
                  <a:lnTo>
                    <a:pt x="24727" y="158940"/>
                  </a:lnTo>
                  <a:lnTo>
                    <a:pt x="21807" y="163753"/>
                  </a:lnTo>
                  <a:lnTo>
                    <a:pt x="19215" y="168528"/>
                  </a:lnTo>
                  <a:lnTo>
                    <a:pt x="19317" y="168300"/>
                  </a:lnTo>
                  <a:lnTo>
                    <a:pt x="16966" y="173242"/>
                  </a:lnTo>
                  <a:lnTo>
                    <a:pt x="14988" y="178023"/>
                  </a:lnTo>
                  <a:lnTo>
                    <a:pt x="13345" y="182751"/>
                  </a:lnTo>
                  <a:lnTo>
                    <a:pt x="11959" y="187612"/>
                  </a:lnTo>
                  <a:lnTo>
                    <a:pt x="10900" y="192407"/>
                  </a:lnTo>
                  <a:lnTo>
                    <a:pt x="10147" y="197183"/>
                  </a:lnTo>
                  <a:lnTo>
                    <a:pt x="9689" y="201978"/>
                  </a:lnTo>
                  <a:lnTo>
                    <a:pt x="9530" y="207010"/>
                  </a:lnTo>
                  <a:lnTo>
                    <a:pt x="9689" y="212041"/>
                  </a:lnTo>
                  <a:lnTo>
                    <a:pt x="10147" y="216836"/>
                  </a:lnTo>
                  <a:lnTo>
                    <a:pt x="10900" y="221613"/>
                  </a:lnTo>
                  <a:lnTo>
                    <a:pt x="11958" y="226405"/>
                  </a:lnTo>
                  <a:lnTo>
                    <a:pt x="13324" y="231196"/>
                  </a:lnTo>
                  <a:lnTo>
                    <a:pt x="15017" y="236066"/>
                  </a:lnTo>
                  <a:lnTo>
                    <a:pt x="16968" y="240783"/>
                  </a:lnTo>
                  <a:lnTo>
                    <a:pt x="19317" y="245719"/>
                  </a:lnTo>
                  <a:lnTo>
                    <a:pt x="19215" y="245490"/>
                  </a:lnTo>
                  <a:lnTo>
                    <a:pt x="21807" y="250267"/>
                  </a:lnTo>
                  <a:lnTo>
                    <a:pt x="24727" y="255079"/>
                  </a:lnTo>
                  <a:lnTo>
                    <a:pt x="24612" y="254888"/>
                  </a:lnTo>
                  <a:lnTo>
                    <a:pt x="27825" y="259638"/>
                  </a:lnTo>
                  <a:lnTo>
                    <a:pt x="31219" y="264213"/>
                  </a:lnTo>
                  <a:lnTo>
                    <a:pt x="35001" y="268871"/>
                  </a:lnTo>
                  <a:lnTo>
                    <a:pt x="34874" y="268732"/>
                  </a:lnTo>
                  <a:lnTo>
                    <a:pt x="38915" y="273321"/>
                  </a:lnTo>
                  <a:lnTo>
                    <a:pt x="43216" y="277847"/>
                  </a:lnTo>
                  <a:lnTo>
                    <a:pt x="47790" y="282333"/>
                  </a:lnTo>
                  <a:lnTo>
                    <a:pt x="47676" y="282219"/>
                  </a:lnTo>
                  <a:lnTo>
                    <a:pt x="52543" y="286672"/>
                  </a:lnTo>
                  <a:lnTo>
                    <a:pt x="57671" y="291071"/>
                  </a:lnTo>
                  <a:lnTo>
                    <a:pt x="57569" y="290982"/>
                  </a:lnTo>
                  <a:lnTo>
                    <a:pt x="62962" y="295332"/>
                  </a:lnTo>
                  <a:lnTo>
                    <a:pt x="68530" y="299562"/>
                  </a:lnTo>
                  <a:lnTo>
                    <a:pt x="74460" y="303809"/>
                  </a:lnTo>
                  <a:lnTo>
                    <a:pt x="74358" y="303733"/>
                  </a:lnTo>
                  <a:lnTo>
                    <a:pt x="80569" y="307936"/>
                  </a:lnTo>
                  <a:lnTo>
                    <a:pt x="80467" y="307873"/>
                  </a:lnTo>
                  <a:lnTo>
                    <a:pt x="86864" y="311978"/>
                  </a:lnTo>
                  <a:lnTo>
                    <a:pt x="93510" y="316014"/>
                  </a:lnTo>
                  <a:lnTo>
                    <a:pt x="93421" y="315963"/>
                  </a:lnTo>
                  <a:lnTo>
                    <a:pt x="100292" y="319935"/>
                  </a:lnTo>
                  <a:lnTo>
                    <a:pt x="107404" y="323837"/>
                  </a:lnTo>
                  <a:lnTo>
                    <a:pt x="107315" y="323799"/>
                  </a:lnTo>
                  <a:lnTo>
                    <a:pt x="114706" y="327647"/>
                  </a:lnTo>
                  <a:lnTo>
                    <a:pt x="114617" y="327609"/>
                  </a:lnTo>
                  <a:lnTo>
                    <a:pt x="122238" y="331394"/>
                  </a:lnTo>
                  <a:lnTo>
                    <a:pt x="122148" y="331356"/>
                  </a:lnTo>
                  <a:lnTo>
                    <a:pt x="129984" y="335064"/>
                  </a:lnTo>
                  <a:lnTo>
                    <a:pt x="129896" y="335026"/>
                  </a:lnTo>
                  <a:lnTo>
                    <a:pt x="137871" y="338624"/>
                  </a:lnTo>
                  <a:lnTo>
                    <a:pt x="154559" y="345630"/>
                  </a:lnTo>
                  <a:lnTo>
                    <a:pt x="154419" y="345567"/>
                  </a:lnTo>
                  <a:lnTo>
                    <a:pt x="171879" y="352242"/>
                  </a:lnTo>
                  <a:lnTo>
                    <a:pt x="190144" y="358571"/>
                  </a:lnTo>
                  <a:lnTo>
                    <a:pt x="190017" y="358533"/>
                  </a:lnTo>
                  <a:lnTo>
                    <a:pt x="209046" y="364522"/>
                  </a:lnTo>
                  <a:lnTo>
                    <a:pt x="228778" y="370141"/>
                  </a:lnTo>
                  <a:lnTo>
                    <a:pt x="228663" y="370103"/>
                  </a:lnTo>
                  <a:lnTo>
                    <a:pt x="249148" y="375361"/>
                  </a:lnTo>
                  <a:lnTo>
                    <a:pt x="249034" y="375335"/>
                  </a:lnTo>
                  <a:lnTo>
                    <a:pt x="270192" y="380199"/>
                  </a:lnTo>
                  <a:lnTo>
                    <a:pt x="270078" y="380187"/>
                  </a:lnTo>
                  <a:lnTo>
                    <a:pt x="291859" y="384645"/>
                  </a:lnTo>
                  <a:lnTo>
                    <a:pt x="291757" y="384632"/>
                  </a:lnTo>
                  <a:lnTo>
                    <a:pt x="314134" y="388683"/>
                  </a:lnTo>
                  <a:lnTo>
                    <a:pt x="314020" y="388658"/>
                  </a:lnTo>
                  <a:lnTo>
                    <a:pt x="336969" y="392278"/>
                  </a:lnTo>
                  <a:lnTo>
                    <a:pt x="336855" y="392264"/>
                  </a:lnTo>
                  <a:lnTo>
                    <a:pt x="360324" y="395439"/>
                  </a:lnTo>
                  <a:lnTo>
                    <a:pt x="360235" y="395427"/>
                  </a:lnTo>
                  <a:lnTo>
                    <a:pt x="384200" y="398157"/>
                  </a:lnTo>
                  <a:lnTo>
                    <a:pt x="384099" y="398145"/>
                  </a:lnTo>
                  <a:lnTo>
                    <a:pt x="408534" y="400405"/>
                  </a:lnTo>
                  <a:lnTo>
                    <a:pt x="408470" y="400405"/>
                  </a:lnTo>
                  <a:lnTo>
                    <a:pt x="420853" y="401345"/>
                  </a:lnTo>
                  <a:lnTo>
                    <a:pt x="420802" y="401345"/>
                  </a:lnTo>
                  <a:lnTo>
                    <a:pt x="433298" y="402171"/>
                  </a:lnTo>
                  <a:lnTo>
                    <a:pt x="433248" y="402171"/>
                  </a:lnTo>
                  <a:lnTo>
                    <a:pt x="445833" y="402882"/>
                  </a:lnTo>
                  <a:lnTo>
                    <a:pt x="445782" y="402869"/>
                  </a:lnTo>
                  <a:lnTo>
                    <a:pt x="458470" y="403454"/>
                  </a:lnTo>
                  <a:lnTo>
                    <a:pt x="458432" y="403454"/>
                  </a:lnTo>
                  <a:lnTo>
                    <a:pt x="471208" y="403910"/>
                  </a:lnTo>
                  <a:lnTo>
                    <a:pt x="471157" y="403910"/>
                  </a:lnTo>
                  <a:lnTo>
                    <a:pt x="484035" y="404228"/>
                  </a:lnTo>
                  <a:lnTo>
                    <a:pt x="483984" y="404228"/>
                  </a:lnTo>
                  <a:lnTo>
                    <a:pt x="496938" y="404431"/>
                  </a:lnTo>
                  <a:lnTo>
                    <a:pt x="496888" y="404431"/>
                  </a:lnTo>
                  <a:lnTo>
                    <a:pt x="509905" y="404495"/>
                  </a:lnTo>
                  <a:lnTo>
                    <a:pt x="509905" y="414020"/>
                  </a:lnTo>
                  <a:lnTo>
                    <a:pt x="496824" y="413956"/>
                  </a:lnTo>
                  <a:lnTo>
                    <a:pt x="483819" y="413753"/>
                  </a:lnTo>
                  <a:lnTo>
                    <a:pt x="470891" y="413423"/>
                  </a:lnTo>
                  <a:lnTo>
                    <a:pt x="458064" y="412966"/>
                  </a:lnTo>
                  <a:lnTo>
                    <a:pt x="445326" y="412394"/>
                  </a:lnTo>
                  <a:lnTo>
                    <a:pt x="432689" y="411683"/>
                  </a:lnTo>
                  <a:lnTo>
                    <a:pt x="420141" y="410845"/>
                  </a:lnTo>
                  <a:lnTo>
                    <a:pt x="407695" y="409892"/>
                  </a:lnTo>
                  <a:lnTo>
                    <a:pt x="383172" y="407632"/>
                  </a:lnTo>
                  <a:lnTo>
                    <a:pt x="359105" y="404888"/>
                  </a:lnTo>
                  <a:lnTo>
                    <a:pt x="335534" y="401701"/>
                  </a:lnTo>
                  <a:lnTo>
                    <a:pt x="312483" y="398056"/>
                  </a:lnTo>
                  <a:lnTo>
                    <a:pt x="290004" y="393991"/>
                  </a:lnTo>
                  <a:lnTo>
                    <a:pt x="268110" y="389496"/>
                  </a:lnTo>
                  <a:lnTo>
                    <a:pt x="246850" y="384607"/>
                  </a:lnTo>
                  <a:lnTo>
                    <a:pt x="226225" y="379311"/>
                  </a:lnTo>
                  <a:lnTo>
                    <a:pt x="206299" y="373634"/>
                  </a:lnTo>
                  <a:lnTo>
                    <a:pt x="187096" y="367601"/>
                  </a:lnTo>
                  <a:lnTo>
                    <a:pt x="168630" y="361188"/>
                  </a:lnTo>
                  <a:lnTo>
                    <a:pt x="150939" y="354444"/>
                  </a:lnTo>
                  <a:lnTo>
                    <a:pt x="134086" y="347357"/>
                  </a:lnTo>
                  <a:lnTo>
                    <a:pt x="125946" y="343687"/>
                  </a:lnTo>
                  <a:lnTo>
                    <a:pt x="118033" y="339941"/>
                  </a:lnTo>
                  <a:lnTo>
                    <a:pt x="110337" y="336118"/>
                  </a:lnTo>
                  <a:lnTo>
                    <a:pt x="102870" y="332219"/>
                  </a:lnTo>
                  <a:lnTo>
                    <a:pt x="95618" y="328231"/>
                  </a:lnTo>
                  <a:lnTo>
                    <a:pt x="88608" y="324180"/>
                  </a:lnTo>
                  <a:lnTo>
                    <a:pt x="81826" y="320053"/>
                  </a:lnTo>
                  <a:lnTo>
                    <a:pt x="75273" y="315861"/>
                  </a:lnTo>
                  <a:lnTo>
                    <a:pt x="68961" y="311594"/>
                  </a:lnTo>
                  <a:lnTo>
                    <a:pt x="62903" y="307251"/>
                  </a:lnTo>
                  <a:lnTo>
                    <a:pt x="57086" y="302831"/>
                  </a:lnTo>
                  <a:lnTo>
                    <a:pt x="51536" y="298361"/>
                  </a:lnTo>
                  <a:lnTo>
                    <a:pt x="46228" y="293801"/>
                  </a:lnTo>
                  <a:lnTo>
                    <a:pt x="41186" y="289192"/>
                  </a:lnTo>
                  <a:lnTo>
                    <a:pt x="36411" y="284505"/>
                  </a:lnTo>
                  <a:lnTo>
                    <a:pt x="31902" y="279768"/>
                  </a:lnTo>
                  <a:lnTo>
                    <a:pt x="27660" y="274955"/>
                  </a:lnTo>
                  <a:lnTo>
                    <a:pt x="23711" y="270078"/>
                  </a:lnTo>
                  <a:lnTo>
                    <a:pt x="20041" y="265137"/>
                  </a:lnTo>
                  <a:lnTo>
                    <a:pt x="16662" y="260134"/>
                  </a:lnTo>
                  <a:lnTo>
                    <a:pt x="13564" y="255067"/>
                  </a:lnTo>
                  <a:lnTo>
                    <a:pt x="10782" y="249936"/>
                  </a:lnTo>
                  <a:lnTo>
                    <a:pt x="8306" y="244754"/>
                  </a:lnTo>
                  <a:lnTo>
                    <a:pt x="6134" y="239509"/>
                  </a:lnTo>
                  <a:lnTo>
                    <a:pt x="4280" y="234213"/>
                  </a:lnTo>
                  <a:lnTo>
                    <a:pt x="2756" y="228853"/>
                  </a:lnTo>
                  <a:lnTo>
                    <a:pt x="1549" y="223456"/>
                  </a:lnTo>
                  <a:lnTo>
                    <a:pt x="698" y="218021"/>
                  </a:lnTo>
                  <a:lnTo>
                    <a:pt x="178" y="212534"/>
                  </a:lnTo>
                  <a:lnTo>
                    <a:pt x="0" y="207010"/>
                  </a:lnTo>
                  <a:lnTo>
                    <a:pt x="178" y="201485"/>
                  </a:lnTo>
                  <a:lnTo>
                    <a:pt x="698" y="195999"/>
                  </a:lnTo>
                  <a:lnTo>
                    <a:pt x="1549" y="190564"/>
                  </a:lnTo>
                  <a:lnTo>
                    <a:pt x="2756" y="185165"/>
                  </a:lnTo>
                  <a:lnTo>
                    <a:pt x="4280" y="179806"/>
                  </a:lnTo>
                  <a:lnTo>
                    <a:pt x="6134" y="174510"/>
                  </a:lnTo>
                  <a:lnTo>
                    <a:pt x="8306" y="169266"/>
                  </a:lnTo>
                  <a:lnTo>
                    <a:pt x="10782" y="164084"/>
                  </a:lnTo>
                  <a:lnTo>
                    <a:pt x="13564" y="158953"/>
                  </a:lnTo>
                  <a:lnTo>
                    <a:pt x="16662" y="153886"/>
                  </a:lnTo>
                  <a:lnTo>
                    <a:pt x="20041" y="148882"/>
                  </a:lnTo>
                  <a:lnTo>
                    <a:pt x="23711" y="143942"/>
                  </a:lnTo>
                  <a:lnTo>
                    <a:pt x="27660" y="139064"/>
                  </a:lnTo>
                  <a:lnTo>
                    <a:pt x="31902" y="134252"/>
                  </a:lnTo>
                  <a:lnTo>
                    <a:pt x="36411" y="129515"/>
                  </a:lnTo>
                  <a:lnTo>
                    <a:pt x="41186" y="124828"/>
                  </a:lnTo>
                  <a:lnTo>
                    <a:pt x="46228" y="120218"/>
                  </a:lnTo>
                  <a:lnTo>
                    <a:pt x="51536" y="115659"/>
                  </a:lnTo>
                  <a:lnTo>
                    <a:pt x="57086" y="111189"/>
                  </a:lnTo>
                  <a:lnTo>
                    <a:pt x="62903" y="106769"/>
                  </a:lnTo>
                  <a:lnTo>
                    <a:pt x="68961" y="102426"/>
                  </a:lnTo>
                  <a:lnTo>
                    <a:pt x="75273" y="98158"/>
                  </a:lnTo>
                  <a:lnTo>
                    <a:pt x="81826" y="93954"/>
                  </a:lnTo>
                  <a:lnTo>
                    <a:pt x="88608" y="89839"/>
                  </a:lnTo>
                  <a:lnTo>
                    <a:pt x="95618" y="85775"/>
                  </a:lnTo>
                  <a:lnTo>
                    <a:pt x="102870" y="81800"/>
                  </a:lnTo>
                  <a:lnTo>
                    <a:pt x="110337" y="77901"/>
                  </a:lnTo>
                  <a:lnTo>
                    <a:pt x="118033" y="74078"/>
                  </a:lnTo>
                  <a:lnTo>
                    <a:pt x="125946" y="70332"/>
                  </a:lnTo>
                  <a:lnTo>
                    <a:pt x="134086" y="66649"/>
                  </a:lnTo>
                  <a:lnTo>
                    <a:pt x="150939" y="59575"/>
                  </a:lnTo>
                  <a:lnTo>
                    <a:pt x="168630" y="52832"/>
                  </a:lnTo>
                  <a:lnTo>
                    <a:pt x="187096" y="46418"/>
                  </a:lnTo>
                  <a:lnTo>
                    <a:pt x="206299" y="40373"/>
                  </a:lnTo>
                  <a:lnTo>
                    <a:pt x="226225" y="34709"/>
                  </a:lnTo>
                  <a:lnTo>
                    <a:pt x="246850" y="29413"/>
                  </a:lnTo>
                  <a:lnTo>
                    <a:pt x="268110" y="24523"/>
                  </a:lnTo>
                  <a:lnTo>
                    <a:pt x="290004" y="20027"/>
                  </a:lnTo>
                  <a:lnTo>
                    <a:pt x="312483" y="15963"/>
                  </a:lnTo>
                  <a:lnTo>
                    <a:pt x="335534" y="12319"/>
                  </a:lnTo>
                  <a:lnTo>
                    <a:pt x="359105" y="9131"/>
                  </a:lnTo>
                  <a:lnTo>
                    <a:pt x="383172" y="6388"/>
                  </a:lnTo>
                  <a:lnTo>
                    <a:pt x="407695" y="4127"/>
                  </a:lnTo>
                  <a:lnTo>
                    <a:pt x="420141" y="3175"/>
                  </a:lnTo>
                  <a:lnTo>
                    <a:pt x="432689" y="2336"/>
                  </a:lnTo>
                  <a:lnTo>
                    <a:pt x="445326" y="1625"/>
                  </a:lnTo>
                  <a:lnTo>
                    <a:pt x="458064" y="1041"/>
                  </a:lnTo>
                  <a:lnTo>
                    <a:pt x="470891" y="597"/>
                  </a:lnTo>
                  <a:lnTo>
                    <a:pt x="483819" y="267"/>
                  </a:lnTo>
                  <a:lnTo>
                    <a:pt x="496824" y="64"/>
                  </a:lnTo>
                  <a:lnTo>
                    <a:pt x="50990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6" name="Shape 1350"/>
            <p:cNvSpPr/>
            <p:nvPr/>
          </p:nvSpPr>
          <p:spPr>
            <a:xfrm>
              <a:off x="3880485" y="2016760"/>
              <a:ext cx="509905" cy="414020"/>
            </a:xfrm>
            <a:custGeom>
              <a:avLst/>
              <a:gdLst/>
              <a:ahLst/>
              <a:cxnLst/>
              <a:rect l="0" t="0" r="0" b="0"/>
              <a:pathLst>
                <a:path w="509905" h="414020">
                  <a:moveTo>
                    <a:pt x="0" y="0"/>
                  </a:moveTo>
                  <a:lnTo>
                    <a:pt x="13081" y="64"/>
                  </a:lnTo>
                  <a:lnTo>
                    <a:pt x="26086" y="267"/>
                  </a:lnTo>
                  <a:lnTo>
                    <a:pt x="39014" y="597"/>
                  </a:lnTo>
                  <a:lnTo>
                    <a:pt x="51841" y="1041"/>
                  </a:lnTo>
                  <a:lnTo>
                    <a:pt x="64579" y="1625"/>
                  </a:lnTo>
                  <a:lnTo>
                    <a:pt x="77216" y="2336"/>
                  </a:lnTo>
                  <a:lnTo>
                    <a:pt x="89764" y="3175"/>
                  </a:lnTo>
                  <a:lnTo>
                    <a:pt x="102210" y="4127"/>
                  </a:lnTo>
                  <a:lnTo>
                    <a:pt x="126733" y="6388"/>
                  </a:lnTo>
                  <a:lnTo>
                    <a:pt x="150800" y="9131"/>
                  </a:lnTo>
                  <a:lnTo>
                    <a:pt x="174371" y="12319"/>
                  </a:lnTo>
                  <a:lnTo>
                    <a:pt x="197421" y="15963"/>
                  </a:lnTo>
                  <a:lnTo>
                    <a:pt x="219901" y="20027"/>
                  </a:lnTo>
                  <a:lnTo>
                    <a:pt x="241795" y="24523"/>
                  </a:lnTo>
                  <a:lnTo>
                    <a:pt x="263055" y="29413"/>
                  </a:lnTo>
                  <a:lnTo>
                    <a:pt x="283680" y="34709"/>
                  </a:lnTo>
                  <a:lnTo>
                    <a:pt x="303606" y="40373"/>
                  </a:lnTo>
                  <a:lnTo>
                    <a:pt x="322809" y="46418"/>
                  </a:lnTo>
                  <a:lnTo>
                    <a:pt x="341274" y="52832"/>
                  </a:lnTo>
                  <a:lnTo>
                    <a:pt x="358965" y="59575"/>
                  </a:lnTo>
                  <a:lnTo>
                    <a:pt x="375818" y="66649"/>
                  </a:lnTo>
                  <a:lnTo>
                    <a:pt x="383959" y="70332"/>
                  </a:lnTo>
                  <a:lnTo>
                    <a:pt x="391871" y="74078"/>
                  </a:lnTo>
                  <a:lnTo>
                    <a:pt x="399567" y="77901"/>
                  </a:lnTo>
                  <a:lnTo>
                    <a:pt x="407035" y="81800"/>
                  </a:lnTo>
                  <a:lnTo>
                    <a:pt x="414287" y="85775"/>
                  </a:lnTo>
                  <a:lnTo>
                    <a:pt x="421297" y="89839"/>
                  </a:lnTo>
                  <a:lnTo>
                    <a:pt x="428079" y="93954"/>
                  </a:lnTo>
                  <a:lnTo>
                    <a:pt x="434632" y="98158"/>
                  </a:lnTo>
                  <a:lnTo>
                    <a:pt x="440944" y="102426"/>
                  </a:lnTo>
                  <a:lnTo>
                    <a:pt x="447002" y="106769"/>
                  </a:lnTo>
                  <a:lnTo>
                    <a:pt x="452819" y="111189"/>
                  </a:lnTo>
                  <a:lnTo>
                    <a:pt x="458381" y="115659"/>
                  </a:lnTo>
                  <a:lnTo>
                    <a:pt x="463677" y="120218"/>
                  </a:lnTo>
                  <a:lnTo>
                    <a:pt x="468719" y="124828"/>
                  </a:lnTo>
                  <a:lnTo>
                    <a:pt x="473494" y="129515"/>
                  </a:lnTo>
                  <a:lnTo>
                    <a:pt x="478003" y="134252"/>
                  </a:lnTo>
                  <a:lnTo>
                    <a:pt x="482244" y="139064"/>
                  </a:lnTo>
                  <a:lnTo>
                    <a:pt x="486194" y="143942"/>
                  </a:lnTo>
                  <a:lnTo>
                    <a:pt x="489864" y="148882"/>
                  </a:lnTo>
                  <a:lnTo>
                    <a:pt x="493242" y="153886"/>
                  </a:lnTo>
                  <a:lnTo>
                    <a:pt x="496341" y="158953"/>
                  </a:lnTo>
                  <a:lnTo>
                    <a:pt x="499123" y="164084"/>
                  </a:lnTo>
                  <a:lnTo>
                    <a:pt x="501599" y="169266"/>
                  </a:lnTo>
                  <a:lnTo>
                    <a:pt x="503771" y="174510"/>
                  </a:lnTo>
                  <a:lnTo>
                    <a:pt x="505625" y="179806"/>
                  </a:lnTo>
                  <a:lnTo>
                    <a:pt x="507149" y="185165"/>
                  </a:lnTo>
                  <a:lnTo>
                    <a:pt x="508355" y="190564"/>
                  </a:lnTo>
                  <a:lnTo>
                    <a:pt x="509207" y="195999"/>
                  </a:lnTo>
                  <a:lnTo>
                    <a:pt x="509727" y="201485"/>
                  </a:lnTo>
                  <a:lnTo>
                    <a:pt x="509905" y="207010"/>
                  </a:lnTo>
                  <a:lnTo>
                    <a:pt x="509727" y="212534"/>
                  </a:lnTo>
                  <a:lnTo>
                    <a:pt x="509207" y="218021"/>
                  </a:lnTo>
                  <a:lnTo>
                    <a:pt x="508355" y="223456"/>
                  </a:lnTo>
                  <a:lnTo>
                    <a:pt x="507149" y="228853"/>
                  </a:lnTo>
                  <a:lnTo>
                    <a:pt x="505625" y="234213"/>
                  </a:lnTo>
                  <a:lnTo>
                    <a:pt x="503771" y="239509"/>
                  </a:lnTo>
                  <a:lnTo>
                    <a:pt x="501599" y="244754"/>
                  </a:lnTo>
                  <a:lnTo>
                    <a:pt x="499123" y="249936"/>
                  </a:lnTo>
                  <a:lnTo>
                    <a:pt x="496341" y="255067"/>
                  </a:lnTo>
                  <a:lnTo>
                    <a:pt x="493242" y="260134"/>
                  </a:lnTo>
                  <a:lnTo>
                    <a:pt x="489864" y="265137"/>
                  </a:lnTo>
                  <a:lnTo>
                    <a:pt x="486194" y="270078"/>
                  </a:lnTo>
                  <a:lnTo>
                    <a:pt x="482244" y="274955"/>
                  </a:lnTo>
                  <a:lnTo>
                    <a:pt x="478003" y="279768"/>
                  </a:lnTo>
                  <a:lnTo>
                    <a:pt x="473494" y="284505"/>
                  </a:lnTo>
                  <a:lnTo>
                    <a:pt x="468719" y="289192"/>
                  </a:lnTo>
                  <a:lnTo>
                    <a:pt x="463677" y="293801"/>
                  </a:lnTo>
                  <a:lnTo>
                    <a:pt x="458381" y="298361"/>
                  </a:lnTo>
                  <a:lnTo>
                    <a:pt x="452819" y="302831"/>
                  </a:lnTo>
                  <a:lnTo>
                    <a:pt x="447002" y="307251"/>
                  </a:lnTo>
                  <a:lnTo>
                    <a:pt x="440944" y="311594"/>
                  </a:lnTo>
                  <a:lnTo>
                    <a:pt x="434632" y="315861"/>
                  </a:lnTo>
                  <a:lnTo>
                    <a:pt x="428079" y="320053"/>
                  </a:lnTo>
                  <a:lnTo>
                    <a:pt x="421297" y="324180"/>
                  </a:lnTo>
                  <a:lnTo>
                    <a:pt x="414287" y="328231"/>
                  </a:lnTo>
                  <a:lnTo>
                    <a:pt x="407035" y="332219"/>
                  </a:lnTo>
                  <a:lnTo>
                    <a:pt x="399567" y="336118"/>
                  </a:lnTo>
                  <a:lnTo>
                    <a:pt x="391871" y="339941"/>
                  </a:lnTo>
                  <a:lnTo>
                    <a:pt x="383959" y="343687"/>
                  </a:lnTo>
                  <a:lnTo>
                    <a:pt x="375818" y="347357"/>
                  </a:lnTo>
                  <a:lnTo>
                    <a:pt x="358965" y="354444"/>
                  </a:lnTo>
                  <a:lnTo>
                    <a:pt x="341274" y="361188"/>
                  </a:lnTo>
                  <a:lnTo>
                    <a:pt x="322809" y="367601"/>
                  </a:lnTo>
                  <a:lnTo>
                    <a:pt x="303606" y="373634"/>
                  </a:lnTo>
                  <a:lnTo>
                    <a:pt x="283680" y="379311"/>
                  </a:lnTo>
                  <a:lnTo>
                    <a:pt x="263055" y="384607"/>
                  </a:lnTo>
                  <a:lnTo>
                    <a:pt x="241795" y="389496"/>
                  </a:lnTo>
                  <a:lnTo>
                    <a:pt x="219901" y="393991"/>
                  </a:lnTo>
                  <a:lnTo>
                    <a:pt x="197421" y="398056"/>
                  </a:lnTo>
                  <a:lnTo>
                    <a:pt x="174371" y="401701"/>
                  </a:lnTo>
                  <a:lnTo>
                    <a:pt x="150800" y="404888"/>
                  </a:lnTo>
                  <a:lnTo>
                    <a:pt x="126733" y="407632"/>
                  </a:lnTo>
                  <a:lnTo>
                    <a:pt x="102210" y="409892"/>
                  </a:lnTo>
                  <a:lnTo>
                    <a:pt x="89764" y="410845"/>
                  </a:lnTo>
                  <a:lnTo>
                    <a:pt x="77216" y="411683"/>
                  </a:lnTo>
                  <a:lnTo>
                    <a:pt x="64579" y="412394"/>
                  </a:lnTo>
                  <a:lnTo>
                    <a:pt x="51841" y="412966"/>
                  </a:lnTo>
                  <a:lnTo>
                    <a:pt x="39014" y="413423"/>
                  </a:lnTo>
                  <a:lnTo>
                    <a:pt x="26086" y="413753"/>
                  </a:lnTo>
                  <a:lnTo>
                    <a:pt x="13081" y="413956"/>
                  </a:lnTo>
                  <a:lnTo>
                    <a:pt x="0" y="414020"/>
                  </a:lnTo>
                  <a:lnTo>
                    <a:pt x="0" y="404495"/>
                  </a:lnTo>
                  <a:lnTo>
                    <a:pt x="13017" y="404431"/>
                  </a:lnTo>
                  <a:lnTo>
                    <a:pt x="12967" y="404431"/>
                  </a:lnTo>
                  <a:lnTo>
                    <a:pt x="25921" y="404228"/>
                  </a:lnTo>
                  <a:lnTo>
                    <a:pt x="25870" y="404228"/>
                  </a:lnTo>
                  <a:lnTo>
                    <a:pt x="38748" y="403910"/>
                  </a:lnTo>
                  <a:lnTo>
                    <a:pt x="38697" y="403910"/>
                  </a:lnTo>
                  <a:lnTo>
                    <a:pt x="51473" y="403454"/>
                  </a:lnTo>
                  <a:lnTo>
                    <a:pt x="51435" y="403454"/>
                  </a:lnTo>
                  <a:lnTo>
                    <a:pt x="64122" y="402869"/>
                  </a:lnTo>
                  <a:lnTo>
                    <a:pt x="64071" y="402882"/>
                  </a:lnTo>
                  <a:lnTo>
                    <a:pt x="76657" y="402171"/>
                  </a:lnTo>
                  <a:lnTo>
                    <a:pt x="76619" y="402171"/>
                  </a:lnTo>
                  <a:lnTo>
                    <a:pt x="89103" y="401345"/>
                  </a:lnTo>
                  <a:lnTo>
                    <a:pt x="89052" y="401345"/>
                  </a:lnTo>
                  <a:lnTo>
                    <a:pt x="101435" y="400405"/>
                  </a:lnTo>
                  <a:lnTo>
                    <a:pt x="101371" y="400405"/>
                  </a:lnTo>
                  <a:lnTo>
                    <a:pt x="125806" y="398145"/>
                  </a:lnTo>
                  <a:lnTo>
                    <a:pt x="125704" y="398157"/>
                  </a:lnTo>
                  <a:lnTo>
                    <a:pt x="149670" y="395427"/>
                  </a:lnTo>
                  <a:lnTo>
                    <a:pt x="149580" y="395439"/>
                  </a:lnTo>
                  <a:lnTo>
                    <a:pt x="173050" y="392264"/>
                  </a:lnTo>
                  <a:lnTo>
                    <a:pt x="172936" y="392278"/>
                  </a:lnTo>
                  <a:lnTo>
                    <a:pt x="195885" y="388658"/>
                  </a:lnTo>
                  <a:lnTo>
                    <a:pt x="195771" y="388683"/>
                  </a:lnTo>
                  <a:lnTo>
                    <a:pt x="218148" y="384632"/>
                  </a:lnTo>
                  <a:lnTo>
                    <a:pt x="218046" y="384645"/>
                  </a:lnTo>
                  <a:lnTo>
                    <a:pt x="239827" y="380187"/>
                  </a:lnTo>
                  <a:lnTo>
                    <a:pt x="239713" y="380199"/>
                  </a:lnTo>
                  <a:lnTo>
                    <a:pt x="260871" y="375335"/>
                  </a:lnTo>
                  <a:lnTo>
                    <a:pt x="260756" y="375361"/>
                  </a:lnTo>
                  <a:lnTo>
                    <a:pt x="281241" y="370103"/>
                  </a:lnTo>
                  <a:lnTo>
                    <a:pt x="281127" y="370141"/>
                  </a:lnTo>
                  <a:lnTo>
                    <a:pt x="300859" y="364522"/>
                  </a:lnTo>
                  <a:lnTo>
                    <a:pt x="319887" y="358533"/>
                  </a:lnTo>
                  <a:lnTo>
                    <a:pt x="319761" y="358571"/>
                  </a:lnTo>
                  <a:lnTo>
                    <a:pt x="338022" y="352244"/>
                  </a:lnTo>
                  <a:lnTo>
                    <a:pt x="355486" y="345567"/>
                  </a:lnTo>
                  <a:lnTo>
                    <a:pt x="355346" y="345630"/>
                  </a:lnTo>
                  <a:lnTo>
                    <a:pt x="372034" y="338624"/>
                  </a:lnTo>
                  <a:lnTo>
                    <a:pt x="380009" y="335026"/>
                  </a:lnTo>
                  <a:lnTo>
                    <a:pt x="379921" y="335064"/>
                  </a:lnTo>
                  <a:lnTo>
                    <a:pt x="387756" y="331356"/>
                  </a:lnTo>
                  <a:lnTo>
                    <a:pt x="387667" y="331394"/>
                  </a:lnTo>
                  <a:lnTo>
                    <a:pt x="395288" y="327609"/>
                  </a:lnTo>
                  <a:lnTo>
                    <a:pt x="395198" y="327647"/>
                  </a:lnTo>
                  <a:lnTo>
                    <a:pt x="402590" y="323799"/>
                  </a:lnTo>
                  <a:lnTo>
                    <a:pt x="402501" y="323837"/>
                  </a:lnTo>
                  <a:lnTo>
                    <a:pt x="409622" y="319929"/>
                  </a:lnTo>
                  <a:lnTo>
                    <a:pt x="416496" y="315963"/>
                  </a:lnTo>
                  <a:lnTo>
                    <a:pt x="416395" y="316014"/>
                  </a:lnTo>
                  <a:lnTo>
                    <a:pt x="423041" y="311978"/>
                  </a:lnTo>
                  <a:lnTo>
                    <a:pt x="429438" y="307873"/>
                  </a:lnTo>
                  <a:lnTo>
                    <a:pt x="429336" y="307936"/>
                  </a:lnTo>
                  <a:lnTo>
                    <a:pt x="435546" y="303733"/>
                  </a:lnTo>
                  <a:lnTo>
                    <a:pt x="435445" y="303809"/>
                  </a:lnTo>
                  <a:lnTo>
                    <a:pt x="441374" y="299562"/>
                  </a:lnTo>
                  <a:lnTo>
                    <a:pt x="446937" y="295337"/>
                  </a:lnTo>
                  <a:lnTo>
                    <a:pt x="452336" y="290982"/>
                  </a:lnTo>
                  <a:lnTo>
                    <a:pt x="452234" y="291071"/>
                  </a:lnTo>
                  <a:lnTo>
                    <a:pt x="457362" y="286672"/>
                  </a:lnTo>
                  <a:lnTo>
                    <a:pt x="462229" y="282219"/>
                  </a:lnTo>
                  <a:lnTo>
                    <a:pt x="462115" y="282333"/>
                  </a:lnTo>
                  <a:lnTo>
                    <a:pt x="466683" y="277853"/>
                  </a:lnTo>
                  <a:lnTo>
                    <a:pt x="470985" y="273327"/>
                  </a:lnTo>
                  <a:lnTo>
                    <a:pt x="475031" y="268732"/>
                  </a:lnTo>
                  <a:lnTo>
                    <a:pt x="474904" y="268871"/>
                  </a:lnTo>
                  <a:lnTo>
                    <a:pt x="478690" y="264207"/>
                  </a:lnTo>
                  <a:lnTo>
                    <a:pt x="482076" y="259645"/>
                  </a:lnTo>
                  <a:lnTo>
                    <a:pt x="485292" y="254888"/>
                  </a:lnTo>
                  <a:lnTo>
                    <a:pt x="485178" y="255079"/>
                  </a:lnTo>
                  <a:lnTo>
                    <a:pt x="488098" y="250267"/>
                  </a:lnTo>
                  <a:lnTo>
                    <a:pt x="490690" y="245490"/>
                  </a:lnTo>
                  <a:lnTo>
                    <a:pt x="490588" y="245719"/>
                  </a:lnTo>
                  <a:lnTo>
                    <a:pt x="492937" y="240783"/>
                  </a:lnTo>
                  <a:lnTo>
                    <a:pt x="494886" y="236072"/>
                  </a:lnTo>
                  <a:lnTo>
                    <a:pt x="496582" y="231191"/>
                  </a:lnTo>
                  <a:lnTo>
                    <a:pt x="496507" y="231457"/>
                  </a:lnTo>
                  <a:lnTo>
                    <a:pt x="497946" y="226404"/>
                  </a:lnTo>
                  <a:lnTo>
                    <a:pt x="499005" y="221613"/>
                  </a:lnTo>
                  <a:lnTo>
                    <a:pt x="499757" y="216836"/>
                  </a:lnTo>
                  <a:lnTo>
                    <a:pt x="500216" y="212041"/>
                  </a:lnTo>
                  <a:lnTo>
                    <a:pt x="500375" y="207010"/>
                  </a:lnTo>
                  <a:lnTo>
                    <a:pt x="500216" y="201978"/>
                  </a:lnTo>
                  <a:lnTo>
                    <a:pt x="499757" y="197183"/>
                  </a:lnTo>
                  <a:lnTo>
                    <a:pt x="499005" y="192407"/>
                  </a:lnTo>
                  <a:lnTo>
                    <a:pt x="497946" y="187612"/>
                  </a:lnTo>
                  <a:lnTo>
                    <a:pt x="496562" y="182756"/>
                  </a:lnTo>
                  <a:lnTo>
                    <a:pt x="494914" y="178017"/>
                  </a:lnTo>
                  <a:lnTo>
                    <a:pt x="492939" y="173242"/>
                  </a:lnTo>
                  <a:lnTo>
                    <a:pt x="490588" y="168300"/>
                  </a:lnTo>
                  <a:lnTo>
                    <a:pt x="490690" y="168528"/>
                  </a:lnTo>
                  <a:lnTo>
                    <a:pt x="488098" y="163753"/>
                  </a:lnTo>
                  <a:lnTo>
                    <a:pt x="485178" y="158940"/>
                  </a:lnTo>
                  <a:lnTo>
                    <a:pt x="485292" y="159131"/>
                  </a:lnTo>
                  <a:lnTo>
                    <a:pt x="482081" y="154383"/>
                  </a:lnTo>
                  <a:lnTo>
                    <a:pt x="478690" y="149812"/>
                  </a:lnTo>
                  <a:lnTo>
                    <a:pt x="474904" y="145148"/>
                  </a:lnTo>
                  <a:lnTo>
                    <a:pt x="475031" y="145288"/>
                  </a:lnTo>
                  <a:lnTo>
                    <a:pt x="470985" y="140692"/>
                  </a:lnTo>
                  <a:lnTo>
                    <a:pt x="466649" y="136131"/>
                  </a:lnTo>
                  <a:lnTo>
                    <a:pt x="466776" y="136245"/>
                  </a:lnTo>
                  <a:lnTo>
                    <a:pt x="462115" y="131686"/>
                  </a:lnTo>
                  <a:lnTo>
                    <a:pt x="462229" y="131800"/>
                  </a:lnTo>
                  <a:lnTo>
                    <a:pt x="457376" y="127359"/>
                  </a:lnTo>
                  <a:lnTo>
                    <a:pt x="452234" y="122948"/>
                  </a:lnTo>
                  <a:lnTo>
                    <a:pt x="452336" y="123037"/>
                  </a:lnTo>
                  <a:lnTo>
                    <a:pt x="446937" y="118683"/>
                  </a:lnTo>
                  <a:lnTo>
                    <a:pt x="441374" y="114458"/>
                  </a:lnTo>
                  <a:lnTo>
                    <a:pt x="435445" y="110210"/>
                  </a:lnTo>
                  <a:lnTo>
                    <a:pt x="435546" y="110286"/>
                  </a:lnTo>
                  <a:lnTo>
                    <a:pt x="429336" y="106083"/>
                  </a:lnTo>
                  <a:lnTo>
                    <a:pt x="429438" y="106146"/>
                  </a:lnTo>
                  <a:lnTo>
                    <a:pt x="423041" y="102042"/>
                  </a:lnTo>
                  <a:lnTo>
                    <a:pt x="416395" y="98006"/>
                  </a:lnTo>
                  <a:lnTo>
                    <a:pt x="416496" y="98056"/>
                  </a:lnTo>
                  <a:lnTo>
                    <a:pt x="409620" y="94090"/>
                  </a:lnTo>
                  <a:lnTo>
                    <a:pt x="402501" y="90170"/>
                  </a:lnTo>
                  <a:lnTo>
                    <a:pt x="402590" y="90221"/>
                  </a:lnTo>
                  <a:lnTo>
                    <a:pt x="395198" y="86372"/>
                  </a:lnTo>
                  <a:lnTo>
                    <a:pt x="395288" y="86410"/>
                  </a:lnTo>
                  <a:lnTo>
                    <a:pt x="387667" y="82626"/>
                  </a:lnTo>
                  <a:lnTo>
                    <a:pt x="387756" y="82664"/>
                  </a:lnTo>
                  <a:lnTo>
                    <a:pt x="379921" y="78956"/>
                  </a:lnTo>
                  <a:lnTo>
                    <a:pt x="380009" y="78994"/>
                  </a:lnTo>
                  <a:lnTo>
                    <a:pt x="372058" y="75407"/>
                  </a:lnTo>
                  <a:lnTo>
                    <a:pt x="355346" y="68389"/>
                  </a:lnTo>
                  <a:lnTo>
                    <a:pt x="355486" y="68452"/>
                  </a:lnTo>
                  <a:lnTo>
                    <a:pt x="338000" y="61768"/>
                  </a:lnTo>
                  <a:lnTo>
                    <a:pt x="319761" y="55448"/>
                  </a:lnTo>
                  <a:lnTo>
                    <a:pt x="319887" y="55486"/>
                  </a:lnTo>
                  <a:lnTo>
                    <a:pt x="300859" y="49498"/>
                  </a:lnTo>
                  <a:lnTo>
                    <a:pt x="281127" y="43878"/>
                  </a:lnTo>
                  <a:lnTo>
                    <a:pt x="281241" y="43916"/>
                  </a:lnTo>
                  <a:lnTo>
                    <a:pt x="260756" y="38658"/>
                  </a:lnTo>
                  <a:lnTo>
                    <a:pt x="260871" y="38684"/>
                  </a:lnTo>
                  <a:lnTo>
                    <a:pt x="239797" y="33827"/>
                  </a:lnTo>
                  <a:lnTo>
                    <a:pt x="218046" y="29375"/>
                  </a:lnTo>
                  <a:lnTo>
                    <a:pt x="218148" y="29387"/>
                  </a:lnTo>
                  <a:lnTo>
                    <a:pt x="195771" y="25336"/>
                  </a:lnTo>
                  <a:lnTo>
                    <a:pt x="195885" y="25361"/>
                  </a:lnTo>
                  <a:lnTo>
                    <a:pt x="172936" y="21742"/>
                  </a:lnTo>
                  <a:lnTo>
                    <a:pt x="173050" y="21754"/>
                  </a:lnTo>
                  <a:lnTo>
                    <a:pt x="149580" y="18579"/>
                  </a:lnTo>
                  <a:lnTo>
                    <a:pt x="149670" y="18593"/>
                  </a:lnTo>
                  <a:lnTo>
                    <a:pt x="125704" y="15862"/>
                  </a:lnTo>
                  <a:lnTo>
                    <a:pt x="125806" y="15875"/>
                  </a:lnTo>
                  <a:lnTo>
                    <a:pt x="101371" y="13614"/>
                  </a:lnTo>
                  <a:lnTo>
                    <a:pt x="101435" y="13614"/>
                  </a:lnTo>
                  <a:lnTo>
                    <a:pt x="89052" y="12674"/>
                  </a:lnTo>
                  <a:lnTo>
                    <a:pt x="89103" y="12674"/>
                  </a:lnTo>
                  <a:lnTo>
                    <a:pt x="76619" y="11849"/>
                  </a:lnTo>
                  <a:lnTo>
                    <a:pt x="76657" y="11849"/>
                  </a:lnTo>
                  <a:lnTo>
                    <a:pt x="64071" y="11137"/>
                  </a:lnTo>
                  <a:lnTo>
                    <a:pt x="64122" y="11150"/>
                  </a:lnTo>
                  <a:lnTo>
                    <a:pt x="51435" y="10566"/>
                  </a:lnTo>
                  <a:lnTo>
                    <a:pt x="51473" y="10566"/>
                  </a:lnTo>
                  <a:lnTo>
                    <a:pt x="38697" y="10109"/>
                  </a:lnTo>
                  <a:lnTo>
                    <a:pt x="38748" y="10109"/>
                  </a:lnTo>
                  <a:lnTo>
                    <a:pt x="25870" y="9792"/>
                  </a:lnTo>
                  <a:lnTo>
                    <a:pt x="25921" y="9792"/>
                  </a:lnTo>
                  <a:lnTo>
                    <a:pt x="12967" y="9589"/>
                  </a:lnTo>
                  <a:lnTo>
                    <a:pt x="13017" y="9589"/>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7" name="Rectangle 26"/>
            <p:cNvSpPr/>
            <p:nvPr/>
          </p:nvSpPr>
          <p:spPr>
            <a:xfrm>
              <a:off x="3591878" y="2152098"/>
              <a:ext cx="725389"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Update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8" name="Shape 1353"/>
            <p:cNvSpPr/>
            <p:nvPr/>
          </p:nvSpPr>
          <p:spPr>
            <a:xfrm>
              <a:off x="3392170" y="1264285"/>
              <a:ext cx="499110" cy="424814"/>
            </a:xfrm>
            <a:custGeom>
              <a:avLst/>
              <a:gdLst/>
              <a:ahLst/>
              <a:cxnLst/>
              <a:rect l="0" t="0" r="0" b="0"/>
              <a:pathLst>
                <a:path w="499110" h="424814">
                  <a:moveTo>
                    <a:pt x="499110" y="0"/>
                  </a:moveTo>
                  <a:lnTo>
                    <a:pt x="499110" y="9525"/>
                  </a:lnTo>
                  <a:lnTo>
                    <a:pt x="486372" y="9589"/>
                  </a:lnTo>
                  <a:lnTo>
                    <a:pt x="486423" y="9589"/>
                  </a:lnTo>
                  <a:lnTo>
                    <a:pt x="473748" y="9792"/>
                  </a:lnTo>
                  <a:lnTo>
                    <a:pt x="473799" y="9792"/>
                  </a:lnTo>
                  <a:lnTo>
                    <a:pt x="461201" y="10134"/>
                  </a:lnTo>
                  <a:lnTo>
                    <a:pt x="461251" y="10122"/>
                  </a:lnTo>
                  <a:lnTo>
                    <a:pt x="448742" y="10592"/>
                  </a:lnTo>
                  <a:lnTo>
                    <a:pt x="448793" y="10592"/>
                  </a:lnTo>
                  <a:lnTo>
                    <a:pt x="436372" y="11188"/>
                  </a:lnTo>
                  <a:lnTo>
                    <a:pt x="436423" y="11188"/>
                  </a:lnTo>
                  <a:lnTo>
                    <a:pt x="424104" y="11912"/>
                  </a:lnTo>
                  <a:lnTo>
                    <a:pt x="424155" y="11899"/>
                  </a:lnTo>
                  <a:lnTo>
                    <a:pt x="411937" y="12750"/>
                  </a:lnTo>
                  <a:lnTo>
                    <a:pt x="411988" y="12750"/>
                  </a:lnTo>
                  <a:lnTo>
                    <a:pt x="399860" y="13729"/>
                  </a:lnTo>
                  <a:lnTo>
                    <a:pt x="399910" y="13729"/>
                  </a:lnTo>
                  <a:lnTo>
                    <a:pt x="387896" y="14821"/>
                  </a:lnTo>
                  <a:lnTo>
                    <a:pt x="387960" y="14821"/>
                  </a:lnTo>
                  <a:lnTo>
                    <a:pt x="376047" y="16040"/>
                  </a:lnTo>
                  <a:lnTo>
                    <a:pt x="376123" y="16027"/>
                  </a:lnTo>
                  <a:lnTo>
                    <a:pt x="352666" y="18821"/>
                  </a:lnTo>
                  <a:lnTo>
                    <a:pt x="352781" y="18808"/>
                  </a:lnTo>
                  <a:lnTo>
                    <a:pt x="329806" y="22072"/>
                  </a:lnTo>
                  <a:lnTo>
                    <a:pt x="329921" y="22060"/>
                  </a:lnTo>
                  <a:lnTo>
                    <a:pt x="307467" y="25781"/>
                  </a:lnTo>
                  <a:lnTo>
                    <a:pt x="307581" y="25755"/>
                  </a:lnTo>
                  <a:lnTo>
                    <a:pt x="285674" y="29921"/>
                  </a:lnTo>
                  <a:lnTo>
                    <a:pt x="285788" y="29896"/>
                  </a:lnTo>
                  <a:lnTo>
                    <a:pt x="264555" y="34464"/>
                  </a:lnTo>
                  <a:lnTo>
                    <a:pt x="243891" y="39459"/>
                  </a:lnTo>
                  <a:lnTo>
                    <a:pt x="244005" y="39421"/>
                  </a:lnTo>
                  <a:lnTo>
                    <a:pt x="223952" y="44818"/>
                  </a:lnTo>
                  <a:lnTo>
                    <a:pt x="224079" y="44793"/>
                  </a:lnTo>
                  <a:lnTo>
                    <a:pt x="204824" y="50534"/>
                  </a:lnTo>
                  <a:lnTo>
                    <a:pt x="186157" y="56705"/>
                  </a:lnTo>
                  <a:lnTo>
                    <a:pt x="186284" y="56655"/>
                  </a:lnTo>
                  <a:lnTo>
                    <a:pt x="168481" y="63135"/>
                  </a:lnTo>
                  <a:lnTo>
                    <a:pt x="151321" y="70002"/>
                  </a:lnTo>
                  <a:lnTo>
                    <a:pt x="151435" y="69952"/>
                  </a:lnTo>
                  <a:lnTo>
                    <a:pt x="143154" y="73520"/>
                  </a:lnTo>
                  <a:lnTo>
                    <a:pt x="143231" y="73482"/>
                  </a:lnTo>
                  <a:lnTo>
                    <a:pt x="135141" y="77127"/>
                  </a:lnTo>
                  <a:lnTo>
                    <a:pt x="135217" y="77101"/>
                  </a:lnTo>
                  <a:lnTo>
                    <a:pt x="127343" y="80822"/>
                  </a:lnTo>
                  <a:lnTo>
                    <a:pt x="127432" y="80784"/>
                  </a:lnTo>
                  <a:lnTo>
                    <a:pt x="119761" y="84594"/>
                  </a:lnTo>
                  <a:lnTo>
                    <a:pt x="119850" y="84544"/>
                  </a:lnTo>
                  <a:lnTo>
                    <a:pt x="112408" y="88429"/>
                  </a:lnTo>
                  <a:lnTo>
                    <a:pt x="112484" y="88392"/>
                  </a:lnTo>
                  <a:lnTo>
                    <a:pt x="105267" y="92336"/>
                  </a:lnTo>
                  <a:lnTo>
                    <a:pt x="98349" y="96329"/>
                  </a:lnTo>
                  <a:lnTo>
                    <a:pt x="98438" y="96279"/>
                  </a:lnTo>
                  <a:lnTo>
                    <a:pt x="91656" y="100381"/>
                  </a:lnTo>
                  <a:lnTo>
                    <a:pt x="91758" y="100330"/>
                  </a:lnTo>
                  <a:lnTo>
                    <a:pt x="85204" y="104508"/>
                  </a:lnTo>
                  <a:lnTo>
                    <a:pt x="85306" y="104445"/>
                  </a:lnTo>
                  <a:lnTo>
                    <a:pt x="78994" y="108686"/>
                  </a:lnTo>
                  <a:lnTo>
                    <a:pt x="79096" y="108623"/>
                  </a:lnTo>
                  <a:lnTo>
                    <a:pt x="73027" y="112918"/>
                  </a:lnTo>
                  <a:lnTo>
                    <a:pt x="67285" y="117233"/>
                  </a:lnTo>
                  <a:lnTo>
                    <a:pt x="67399" y="117157"/>
                  </a:lnTo>
                  <a:lnTo>
                    <a:pt x="61811" y="121602"/>
                  </a:lnTo>
                  <a:lnTo>
                    <a:pt x="61913" y="121514"/>
                  </a:lnTo>
                  <a:lnTo>
                    <a:pt x="56604" y="126001"/>
                  </a:lnTo>
                  <a:lnTo>
                    <a:pt x="51613" y="130492"/>
                  </a:lnTo>
                  <a:lnTo>
                    <a:pt x="51727" y="130390"/>
                  </a:lnTo>
                  <a:lnTo>
                    <a:pt x="46955" y="134974"/>
                  </a:lnTo>
                  <a:lnTo>
                    <a:pt x="42469" y="139585"/>
                  </a:lnTo>
                  <a:lnTo>
                    <a:pt x="42583" y="139458"/>
                  </a:lnTo>
                  <a:lnTo>
                    <a:pt x="38291" y="144208"/>
                  </a:lnTo>
                  <a:lnTo>
                    <a:pt x="38405" y="144069"/>
                  </a:lnTo>
                  <a:lnTo>
                    <a:pt x="34392" y="148869"/>
                  </a:lnTo>
                  <a:lnTo>
                    <a:pt x="34506" y="148717"/>
                  </a:lnTo>
                  <a:lnTo>
                    <a:pt x="30835" y="153470"/>
                  </a:lnTo>
                  <a:lnTo>
                    <a:pt x="27407" y="158318"/>
                  </a:lnTo>
                  <a:lnTo>
                    <a:pt x="27521" y="158140"/>
                  </a:lnTo>
                  <a:lnTo>
                    <a:pt x="24369" y="163037"/>
                  </a:lnTo>
                  <a:lnTo>
                    <a:pt x="21623" y="167763"/>
                  </a:lnTo>
                  <a:lnTo>
                    <a:pt x="19064" y="172693"/>
                  </a:lnTo>
                  <a:lnTo>
                    <a:pt x="16898" y="177439"/>
                  </a:lnTo>
                  <a:lnTo>
                    <a:pt x="14942" y="182392"/>
                  </a:lnTo>
                  <a:lnTo>
                    <a:pt x="13298" y="187345"/>
                  </a:lnTo>
                  <a:lnTo>
                    <a:pt x="11942" y="192322"/>
                  </a:lnTo>
                  <a:lnTo>
                    <a:pt x="10888" y="197283"/>
                  </a:lnTo>
                  <a:lnTo>
                    <a:pt x="10138" y="202247"/>
                  </a:lnTo>
                  <a:lnTo>
                    <a:pt x="9689" y="207208"/>
                  </a:lnTo>
                  <a:lnTo>
                    <a:pt x="9529" y="212407"/>
                  </a:lnTo>
                  <a:lnTo>
                    <a:pt x="9689" y="217606"/>
                  </a:lnTo>
                  <a:lnTo>
                    <a:pt x="10138" y="222567"/>
                  </a:lnTo>
                  <a:lnTo>
                    <a:pt x="10888" y="227532"/>
                  </a:lnTo>
                  <a:lnTo>
                    <a:pt x="11942" y="232493"/>
                  </a:lnTo>
                  <a:lnTo>
                    <a:pt x="13298" y="237469"/>
                  </a:lnTo>
                  <a:lnTo>
                    <a:pt x="14942" y="242422"/>
                  </a:lnTo>
                  <a:lnTo>
                    <a:pt x="16897" y="247372"/>
                  </a:lnTo>
                  <a:lnTo>
                    <a:pt x="19066" y="252112"/>
                  </a:lnTo>
                  <a:lnTo>
                    <a:pt x="21623" y="257053"/>
                  </a:lnTo>
                  <a:lnTo>
                    <a:pt x="24369" y="261777"/>
                  </a:lnTo>
                  <a:lnTo>
                    <a:pt x="27521" y="266674"/>
                  </a:lnTo>
                  <a:lnTo>
                    <a:pt x="27407" y="266496"/>
                  </a:lnTo>
                  <a:lnTo>
                    <a:pt x="30835" y="271344"/>
                  </a:lnTo>
                  <a:lnTo>
                    <a:pt x="34506" y="276098"/>
                  </a:lnTo>
                  <a:lnTo>
                    <a:pt x="34392" y="275945"/>
                  </a:lnTo>
                  <a:lnTo>
                    <a:pt x="38405" y="280746"/>
                  </a:lnTo>
                  <a:lnTo>
                    <a:pt x="38291" y="280606"/>
                  </a:lnTo>
                  <a:lnTo>
                    <a:pt x="42583" y="285343"/>
                  </a:lnTo>
                  <a:lnTo>
                    <a:pt x="42469" y="285229"/>
                  </a:lnTo>
                  <a:lnTo>
                    <a:pt x="46955" y="289840"/>
                  </a:lnTo>
                  <a:lnTo>
                    <a:pt x="51727" y="294424"/>
                  </a:lnTo>
                  <a:lnTo>
                    <a:pt x="51613" y="294322"/>
                  </a:lnTo>
                  <a:lnTo>
                    <a:pt x="56604" y="298814"/>
                  </a:lnTo>
                  <a:lnTo>
                    <a:pt x="61913" y="303301"/>
                  </a:lnTo>
                  <a:lnTo>
                    <a:pt x="61811" y="303213"/>
                  </a:lnTo>
                  <a:lnTo>
                    <a:pt x="67399" y="307657"/>
                  </a:lnTo>
                  <a:lnTo>
                    <a:pt x="67285" y="307581"/>
                  </a:lnTo>
                  <a:lnTo>
                    <a:pt x="73027" y="311896"/>
                  </a:lnTo>
                  <a:lnTo>
                    <a:pt x="79096" y="316192"/>
                  </a:lnTo>
                  <a:lnTo>
                    <a:pt x="78994" y="316128"/>
                  </a:lnTo>
                  <a:lnTo>
                    <a:pt x="85306" y="320370"/>
                  </a:lnTo>
                  <a:lnTo>
                    <a:pt x="85204" y="320306"/>
                  </a:lnTo>
                  <a:lnTo>
                    <a:pt x="91758" y="324485"/>
                  </a:lnTo>
                  <a:lnTo>
                    <a:pt x="91656" y="324434"/>
                  </a:lnTo>
                  <a:lnTo>
                    <a:pt x="98438" y="328536"/>
                  </a:lnTo>
                  <a:lnTo>
                    <a:pt x="98349" y="328485"/>
                  </a:lnTo>
                  <a:lnTo>
                    <a:pt x="105347" y="332511"/>
                  </a:lnTo>
                  <a:lnTo>
                    <a:pt x="105258" y="332473"/>
                  </a:lnTo>
                  <a:lnTo>
                    <a:pt x="112484" y="336423"/>
                  </a:lnTo>
                  <a:lnTo>
                    <a:pt x="112408" y="336385"/>
                  </a:lnTo>
                  <a:lnTo>
                    <a:pt x="119850" y="340271"/>
                  </a:lnTo>
                  <a:lnTo>
                    <a:pt x="119761" y="340220"/>
                  </a:lnTo>
                  <a:lnTo>
                    <a:pt x="127432" y="344030"/>
                  </a:lnTo>
                  <a:lnTo>
                    <a:pt x="127343" y="343992"/>
                  </a:lnTo>
                  <a:lnTo>
                    <a:pt x="135217" y="347713"/>
                  </a:lnTo>
                  <a:lnTo>
                    <a:pt x="135141" y="347675"/>
                  </a:lnTo>
                  <a:lnTo>
                    <a:pt x="143231" y="351333"/>
                  </a:lnTo>
                  <a:lnTo>
                    <a:pt x="143154" y="351294"/>
                  </a:lnTo>
                  <a:lnTo>
                    <a:pt x="151435" y="354863"/>
                  </a:lnTo>
                  <a:lnTo>
                    <a:pt x="151321" y="354812"/>
                  </a:lnTo>
                  <a:lnTo>
                    <a:pt x="168481" y="361679"/>
                  </a:lnTo>
                  <a:lnTo>
                    <a:pt x="186284" y="368160"/>
                  </a:lnTo>
                  <a:lnTo>
                    <a:pt x="186157" y="368109"/>
                  </a:lnTo>
                  <a:lnTo>
                    <a:pt x="204826" y="374281"/>
                  </a:lnTo>
                  <a:lnTo>
                    <a:pt x="204699" y="374231"/>
                  </a:lnTo>
                  <a:lnTo>
                    <a:pt x="224079" y="380022"/>
                  </a:lnTo>
                  <a:lnTo>
                    <a:pt x="223952" y="379996"/>
                  </a:lnTo>
                  <a:lnTo>
                    <a:pt x="244005" y="385394"/>
                  </a:lnTo>
                  <a:lnTo>
                    <a:pt x="243891" y="385356"/>
                  </a:lnTo>
                  <a:lnTo>
                    <a:pt x="264555" y="390351"/>
                  </a:lnTo>
                  <a:lnTo>
                    <a:pt x="285788" y="394919"/>
                  </a:lnTo>
                  <a:lnTo>
                    <a:pt x="285674" y="394894"/>
                  </a:lnTo>
                  <a:lnTo>
                    <a:pt x="307581" y="399059"/>
                  </a:lnTo>
                  <a:lnTo>
                    <a:pt x="307467" y="399034"/>
                  </a:lnTo>
                  <a:lnTo>
                    <a:pt x="329921" y="402755"/>
                  </a:lnTo>
                  <a:lnTo>
                    <a:pt x="329806" y="402742"/>
                  </a:lnTo>
                  <a:lnTo>
                    <a:pt x="352781" y="406006"/>
                  </a:lnTo>
                  <a:lnTo>
                    <a:pt x="352666" y="405993"/>
                  </a:lnTo>
                  <a:lnTo>
                    <a:pt x="376123" y="408787"/>
                  </a:lnTo>
                  <a:lnTo>
                    <a:pt x="376047" y="408774"/>
                  </a:lnTo>
                  <a:lnTo>
                    <a:pt x="387960" y="409994"/>
                  </a:lnTo>
                  <a:lnTo>
                    <a:pt x="387896" y="409994"/>
                  </a:lnTo>
                  <a:lnTo>
                    <a:pt x="399910" y="411086"/>
                  </a:lnTo>
                  <a:lnTo>
                    <a:pt x="399860" y="411086"/>
                  </a:lnTo>
                  <a:lnTo>
                    <a:pt x="411988" y="412064"/>
                  </a:lnTo>
                  <a:lnTo>
                    <a:pt x="411937" y="412064"/>
                  </a:lnTo>
                  <a:lnTo>
                    <a:pt x="424155" y="412902"/>
                  </a:lnTo>
                  <a:lnTo>
                    <a:pt x="424104" y="412902"/>
                  </a:lnTo>
                  <a:lnTo>
                    <a:pt x="436423" y="413626"/>
                  </a:lnTo>
                  <a:lnTo>
                    <a:pt x="436372" y="413626"/>
                  </a:lnTo>
                  <a:lnTo>
                    <a:pt x="448793" y="414223"/>
                  </a:lnTo>
                  <a:lnTo>
                    <a:pt x="448742" y="414223"/>
                  </a:lnTo>
                  <a:lnTo>
                    <a:pt x="461251" y="414693"/>
                  </a:lnTo>
                  <a:lnTo>
                    <a:pt x="461201" y="414680"/>
                  </a:lnTo>
                  <a:lnTo>
                    <a:pt x="473799" y="415023"/>
                  </a:lnTo>
                  <a:lnTo>
                    <a:pt x="473748" y="415023"/>
                  </a:lnTo>
                  <a:lnTo>
                    <a:pt x="486423" y="415226"/>
                  </a:lnTo>
                  <a:lnTo>
                    <a:pt x="486372" y="415226"/>
                  </a:lnTo>
                  <a:lnTo>
                    <a:pt x="499110" y="415289"/>
                  </a:lnTo>
                  <a:lnTo>
                    <a:pt x="499110" y="424814"/>
                  </a:lnTo>
                  <a:lnTo>
                    <a:pt x="486296" y="424751"/>
                  </a:lnTo>
                  <a:lnTo>
                    <a:pt x="473570" y="424548"/>
                  </a:lnTo>
                  <a:lnTo>
                    <a:pt x="460921" y="424205"/>
                  </a:lnTo>
                  <a:lnTo>
                    <a:pt x="448361" y="423735"/>
                  </a:lnTo>
                  <a:lnTo>
                    <a:pt x="435889" y="423139"/>
                  </a:lnTo>
                  <a:lnTo>
                    <a:pt x="423520" y="422415"/>
                  </a:lnTo>
                  <a:lnTo>
                    <a:pt x="411252" y="421563"/>
                  </a:lnTo>
                  <a:lnTo>
                    <a:pt x="399072" y="420573"/>
                  </a:lnTo>
                  <a:lnTo>
                    <a:pt x="387007" y="419481"/>
                  </a:lnTo>
                  <a:lnTo>
                    <a:pt x="375044" y="418249"/>
                  </a:lnTo>
                  <a:lnTo>
                    <a:pt x="351485" y="415442"/>
                  </a:lnTo>
                  <a:lnTo>
                    <a:pt x="328409" y="412166"/>
                  </a:lnTo>
                  <a:lnTo>
                    <a:pt x="305854" y="408419"/>
                  </a:lnTo>
                  <a:lnTo>
                    <a:pt x="283845" y="404240"/>
                  </a:lnTo>
                  <a:lnTo>
                    <a:pt x="262420" y="399631"/>
                  </a:lnTo>
                  <a:lnTo>
                    <a:pt x="241592" y="394602"/>
                  </a:lnTo>
                  <a:lnTo>
                    <a:pt x="221412" y="389166"/>
                  </a:lnTo>
                  <a:lnTo>
                    <a:pt x="201905" y="383349"/>
                  </a:lnTo>
                  <a:lnTo>
                    <a:pt x="183096" y="377139"/>
                  </a:lnTo>
                  <a:lnTo>
                    <a:pt x="165024" y="370560"/>
                  </a:lnTo>
                  <a:lnTo>
                    <a:pt x="147727" y="363639"/>
                  </a:lnTo>
                  <a:lnTo>
                    <a:pt x="139345" y="360032"/>
                  </a:lnTo>
                  <a:lnTo>
                    <a:pt x="131191" y="356349"/>
                  </a:lnTo>
                  <a:lnTo>
                    <a:pt x="123228" y="352577"/>
                  </a:lnTo>
                  <a:lnTo>
                    <a:pt x="115481" y="348729"/>
                  </a:lnTo>
                  <a:lnTo>
                    <a:pt x="107950" y="344805"/>
                  </a:lnTo>
                  <a:lnTo>
                    <a:pt x="100635" y="340792"/>
                  </a:lnTo>
                  <a:lnTo>
                    <a:pt x="93548" y="336715"/>
                  </a:lnTo>
                  <a:lnTo>
                    <a:pt x="86678" y="332549"/>
                  </a:lnTo>
                  <a:lnTo>
                    <a:pt x="80035" y="328307"/>
                  </a:lnTo>
                  <a:lnTo>
                    <a:pt x="73622" y="323990"/>
                  </a:lnTo>
                  <a:lnTo>
                    <a:pt x="67450" y="319608"/>
                  </a:lnTo>
                  <a:lnTo>
                    <a:pt x="61519" y="315151"/>
                  </a:lnTo>
                  <a:lnTo>
                    <a:pt x="55829" y="310616"/>
                  </a:lnTo>
                  <a:lnTo>
                    <a:pt x="50381" y="306019"/>
                  </a:lnTo>
                  <a:lnTo>
                    <a:pt x="45187" y="301345"/>
                  </a:lnTo>
                  <a:lnTo>
                    <a:pt x="40259" y="296608"/>
                  </a:lnTo>
                  <a:lnTo>
                    <a:pt x="35573" y="291808"/>
                  </a:lnTo>
                  <a:lnTo>
                    <a:pt x="31166" y="286931"/>
                  </a:lnTo>
                  <a:lnTo>
                    <a:pt x="27026" y="281991"/>
                  </a:lnTo>
                  <a:lnTo>
                    <a:pt x="23152" y="276987"/>
                  </a:lnTo>
                  <a:lnTo>
                    <a:pt x="19571" y="271919"/>
                  </a:lnTo>
                  <a:lnTo>
                    <a:pt x="16269" y="266788"/>
                  </a:lnTo>
                  <a:lnTo>
                    <a:pt x="13246" y="261594"/>
                  </a:lnTo>
                  <a:lnTo>
                    <a:pt x="10528" y="256336"/>
                  </a:lnTo>
                  <a:lnTo>
                    <a:pt x="8103" y="251028"/>
                  </a:lnTo>
                  <a:lnTo>
                    <a:pt x="5982" y="245656"/>
                  </a:lnTo>
                  <a:lnTo>
                    <a:pt x="4178" y="240233"/>
                  </a:lnTo>
                  <a:lnTo>
                    <a:pt x="2680" y="234759"/>
                  </a:lnTo>
                  <a:lnTo>
                    <a:pt x="1512" y="229235"/>
                  </a:lnTo>
                  <a:lnTo>
                    <a:pt x="673" y="223659"/>
                  </a:lnTo>
                  <a:lnTo>
                    <a:pt x="165" y="218059"/>
                  </a:lnTo>
                  <a:lnTo>
                    <a:pt x="0" y="212407"/>
                  </a:lnTo>
                  <a:lnTo>
                    <a:pt x="165" y="206756"/>
                  </a:lnTo>
                  <a:lnTo>
                    <a:pt x="673" y="201155"/>
                  </a:lnTo>
                  <a:lnTo>
                    <a:pt x="1512" y="195580"/>
                  </a:lnTo>
                  <a:lnTo>
                    <a:pt x="2680" y="190055"/>
                  </a:lnTo>
                  <a:lnTo>
                    <a:pt x="4178" y="184582"/>
                  </a:lnTo>
                  <a:lnTo>
                    <a:pt x="5982" y="179159"/>
                  </a:lnTo>
                  <a:lnTo>
                    <a:pt x="8103" y="173786"/>
                  </a:lnTo>
                  <a:lnTo>
                    <a:pt x="10528" y="168478"/>
                  </a:lnTo>
                  <a:lnTo>
                    <a:pt x="13246" y="163220"/>
                  </a:lnTo>
                  <a:lnTo>
                    <a:pt x="16269" y="158026"/>
                  </a:lnTo>
                  <a:lnTo>
                    <a:pt x="19571" y="152895"/>
                  </a:lnTo>
                  <a:lnTo>
                    <a:pt x="23152" y="147827"/>
                  </a:lnTo>
                  <a:lnTo>
                    <a:pt x="27026" y="142824"/>
                  </a:lnTo>
                  <a:lnTo>
                    <a:pt x="31166" y="137884"/>
                  </a:lnTo>
                  <a:lnTo>
                    <a:pt x="35573" y="133007"/>
                  </a:lnTo>
                  <a:lnTo>
                    <a:pt x="40259" y="128206"/>
                  </a:lnTo>
                  <a:lnTo>
                    <a:pt x="45187" y="123469"/>
                  </a:lnTo>
                  <a:lnTo>
                    <a:pt x="50381" y="118796"/>
                  </a:lnTo>
                  <a:lnTo>
                    <a:pt x="55829" y="114198"/>
                  </a:lnTo>
                  <a:lnTo>
                    <a:pt x="61519" y="109664"/>
                  </a:lnTo>
                  <a:lnTo>
                    <a:pt x="67450" y="105207"/>
                  </a:lnTo>
                  <a:lnTo>
                    <a:pt x="73622" y="100812"/>
                  </a:lnTo>
                  <a:lnTo>
                    <a:pt x="80035" y="96507"/>
                  </a:lnTo>
                  <a:lnTo>
                    <a:pt x="86678" y="92265"/>
                  </a:lnTo>
                  <a:lnTo>
                    <a:pt x="93548" y="88099"/>
                  </a:lnTo>
                  <a:lnTo>
                    <a:pt x="100635" y="84023"/>
                  </a:lnTo>
                  <a:lnTo>
                    <a:pt x="107950" y="80010"/>
                  </a:lnTo>
                  <a:lnTo>
                    <a:pt x="115481" y="76085"/>
                  </a:lnTo>
                  <a:lnTo>
                    <a:pt x="123228" y="72237"/>
                  </a:lnTo>
                  <a:lnTo>
                    <a:pt x="131191" y="68466"/>
                  </a:lnTo>
                  <a:lnTo>
                    <a:pt x="139345" y="64782"/>
                  </a:lnTo>
                  <a:lnTo>
                    <a:pt x="147727" y="61175"/>
                  </a:lnTo>
                  <a:lnTo>
                    <a:pt x="165024" y="54254"/>
                  </a:lnTo>
                  <a:lnTo>
                    <a:pt x="183096" y="47675"/>
                  </a:lnTo>
                  <a:lnTo>
                    <a:pt x="201905" y="41465"/>
                  </a:lnTo>
                  <a:lnTo>
                    <a:pt x="221412" y="35636"/>
                  </a:lnTo>
                  <a:lnTo>
                    <a:pt x="241592" y="30213"/>
                  </a:lnTo>
                  <a:lnTo>
                    <a:pt x="262420" y="25184"/>
                  </a:lnTo>
                  <a:lnTo>
                    <a:pt x="283845" y="20574"/>
                  </a:lnTo>
                  <a:lnTo>
                    <a:pt x="305854" y="16395"/>
                  </a:lnTo>
                  <a:lnTo>
                    <a:pt x="328409" y="12649"/>
                  </a:lnTo>
                  <a:lnTo>
                    <a:pt x="351485" y="9372"/>
                  </a:lnTo>
                  <a:lnTo>
                    <a:pt x="375044" y="6565"/>
                  </a:lnTo>
                  <a:lnTo>
                    <a:pt x="387007" y="5334"/>
                  </a:lnTo>
                  <a:lnTo>
                    <a:pt x="399072" y="4242"/>
                  </a:lnTo>
                  <a:lnTo>
                    <a:pt x="411252" y="3251"/>
                  </a:lnTo>
                  <a:lnTo>
                    <a:pt x="423520" y="2400"/>
                  </a:lnTo>
                  <a:lnTo>
                    <a:pt x="435889" y="1676"/>
                  </a:lnTo>
                  <a:lnTo>
                    <a:pt x="448361" y="1079"/>
                  </a:lnTo>
                  <a:lnTo>
                    <a:pt x="460921" y="609"/>
                  </a:lnTo>
                  <a:lnTo>
                    <a:pt x="473570" y="267"/>
                  </a:lnTo>
                  <a:lnTo>
                    <a:pt x="486296" y="64"/>
                  </a:lnTo>
                  <a:lnTo>
                    <a:pt x="49911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9" name="Shape 1354"/>
            <p:cNvSpPr/>
            <p:nvPr/>
          </p:nvSpPr>
          <p:spPr>
            <a:xfrm>
              <a:off x="3891280" y="1264285"/>
              <a:ext cx="499110" cy="424814"/>
            </a:xfrm>
            <a:custGeom>
              <a:avLst/>
              <a:gdLst/>
              <a:ahLst/>
              <a:cxnLst/>
              <a:rect l="0" t="0" r="0" b="0"/>
              <a:pathLst>
                <a:path w="499110" h="424814">
                  <a:moveTo>
                    <a:pt x="0" y="0"/>
                  </a:moveTo>
                  <a:lnTo>
                    <a:pt x="12814" y="64"/>
                  </a:lnTo>
                  <a:lnTo>
                    <a:pt x="25540" y="267"/>
                  </a:lnTo>
                  <a:lnTo>
                    <a:pt x="38189" y="609"/>
                  </a:lnTo>
                  <a:lnTo>
                    <a:pt x="50749" y="1079"/>
                  </a:lnTo>
                  <a:lnTo>
                    <a:pt x="63221" y="1676"/>
                  </a:lnTo>
                  <a:lnTo>
                    <a:pt x="75590" y="2400"/>
                  </a:lnTo>
                  <a:lnTo>
                    <a:pt x="87859" y="3251"/>
                  </a:lnTo>
                  <a:lnTo>
                    <a:pt x="100038" y="4242"/>
                  </a:lnTo>
                  <a:lnTo>
                    <a:pt x="112103" y="5334"/>
                  </a:lnTo>
                  <a:lnTo>
                    <a:pt x="124066" y="6565"/>
                  </a:lnTo>
                  <a:lnTo>
                    <a:pt x="147625" y="9372"/>
                  </a:lnTo>
                  <a:lnTo>
                    <a:pt x="170700" y="12649"/>
                  </a:lnTo>
                  <a:lnTo>
                    <a:pt x="193256" y="16395"/>
                  </a:lnTo>
                  <a:lnTo>
                    <a:pt x="215265" y="20574"/>
                  </a:lnTo>
                  <a:lnTo>
                    <a:pt x="236690" y="25184"/>
                  </a:lnTo>
                  <a:lnTo>
                    <a:pt x="257518" y="30213"/>
                  </a:lnTo>
                  <a:lnTo>
                    <a:pt x="277698" y="35636"/>
                  </a:lnTo>
                  <a:lnTo>
                    <a:pt x="297205" y="41465"/>
                  </a:lnTo>
                  <a:lnTo>
                    <a:pt x="316014" y="47675"/>
                  </a:lnTo>
                  <a:lnTo>
                    <a:pt x="334086" y="54254"/>
                  </a:lnTo>
                  <a:lnTo>
                    <a:pt x="351384" y="61175"/>
                  </a:lnTo>
                  <a:lnTo>
                    <a:pt x="359766" y="64782"/>
                  </a:lnTo>
                  <a:lnTo>
                    <a:pt x="367919" y="68466"/>
                  </a:lnTo>
                  <a:lnTo>
                    <a:pt x="375882" y="72237"/>
                  </a:lnTo>
                  <a:lnTo>
                    <a:pt x="383629" y="76085"/>
                  </a:lnTo>
                  <a:lnTo>
                    <a:pt x="391160" y="80010"/>
                  </a:lnTo>
                  <a:lnTo>
                    <a:pt x="398475" y="84023"/>
                  </a:lnTo>
                  <a:lnTo>
                    <a:pt x="405562" y="88099"/>
                  </a:lnTo>
                  <a:lnTo>
                    <a:pt x="412432" y="92265"/>
                  </a:lnTo>
                  <a:lnTo>
                    <a:pt x="419074" y="96507"/>
                  </a:lnTo>
                  <a:lnTo>
                    <a:pt x="425488" y="100812"/>
                  </a:lnTo>
                  <a:lnTo>
                    <a:pt x="431660" y="105207"/>
                  </a:lnTo>
                  <a:lnTo>
                    <a:pt x="437591" y="109664"/>
                  </a:lnTo>
                  <a:lnTo>
                    <a:pt x="443281" y="114198"/>
                  </a:lnTo>
                  <a:lnTo>
                    <a:pt x="448729" y="118796"/>
                  </a:lnTo>
                  <a:lnTo>
                    <a:pt x="453923" y="123469"/>
                  </a:lnTo>
                  <a:lnTo>
                    <a:pt x="458851" y="128206"/>
                  </a:lnTo>
                  <a:lnTo>
                    <a:pt x="463537" y="133007"/>
                  </a:lnTo>
                  <a:lnTo>
                    <a:pt x="467944" y="137884"/>
                  </a:lnTo>
                  <a:lnTo>
                    <a:pt x="472084" y="142824"/>
                  </a:lnTo>
                  <a:lnTo>
                    <a:pt x="475945" y="147827"/>
                  </a:lnTo>
                  <a:lnTo>
                    <a:pt x="479539" y="152895"/>
                  </a:lnTo>
                  <a:lnTo>
                    <a:pt x="482841" y="158026"/>
                  </a:lnTo>
                  <a:lnTo>
                    <a:pt x="485864" y="163220"/>
                  </a:lnTo>
                  <a:lnTo>
                    <a:pt x="488581" y="168478"/>
                  </a:lnTo>
                  <a:lnTo>
                    <a:pt x="491007" y="173786"/>
                  </a:lnTo>
                  <a:lnTo>
                    <a:pt x="493128" y="179159"/>
                  </a:lnTo>
                  <a:lnTo>
                    <a:pt x="494931" y="184582"/>
                  </a:lnTo>
                  <a:lnTo>
                    <a:pt x="496430" y="190055"/>
                  </a:lnTo>
                  <a:lnTo>
                    <a:pt x="497599" y="195580"/>
                  </a:lnTo>
                  <a:lnTo>
                    <a:pt x="498437" y="201155"/>
                  </a:lnTo>
                  <a:lnTo>
                    <a:pt x="498945" y="206756"/>
                  </a:lnTo>
                  <a:lnTo>
                    <a:pt x="499110" y="212407"/>
                  </a:lnTo>
                  <a:lnTo>
                    <a:pt x="498945" y="218059"/>
                  </a:lnTo>
                  <a:lnTo>
                    <a:pt x="498437" y="223659"/>
                  </a:lnTo>
                  <a:lnTo>
                    <a:pt x="497599" y="229235"/>
                  </a:lnTo>
                  <a:lnTo>
                    <a:pt x="496430" y="234759"/>
                  </a:lnTo>
                  <a:lnTo>
                    <a:pt x="494931" y="240233"/>
                  </a:lnTo>
                  <a:lnTo>
                    <a:pt x="493128" y="245656"/>
                  </a:lnTo>
                  <a:lnTo>
                    <a:pt x="491007" y="251028"/>
                  </a:lnTo>
                  <a:lnTo>
                    <a:pt x="488581" y="256336"/>
                  </a:lnTo>
                  <a:lnTo>
                    <a:pt x="485864" y="261594"/>
                  </a:lnTo>
                  <a:lnTo>
                    <a:pt x="482841" y="266788"/>
                  </a:lnTo>
                  <a:lnTo>
                    <a:pt x="479539" y="271919"/>
                  </a:lnTo>
                  <a:lnTo>
                    <a:pt x="475945" y="276987"/>
                  </a:lnTo>
                  <a:lnTo>
                    <a:pt x="472084" y="281991"/>
                  </a:lnTo>
                  <a:lnTo>
                    <a:pt x="467944" y="286931"/>
                  </a:lnTo>
                  <a:lnTo>
                    <a:pt x="463537" y="291808"/>
                  </a:lnTo>
                  <a:lnTo>
                    <a:pt x="458851" y="296608"/>
                  </a:lnTo>
                  <a:lnTo>
                    <a:pt x="453923" y="301345"/>
                  </a:lnTo>
                  <a:lnTo>
                    <a:pt x="448729" y="306019"/>
                  </a:lnTo>
                  <a:lnTo>
                    <a:pt x="443281" y="310616"/>
                  </a:lnTo>
                  <a:lnTo>
                    <a:pt x="437591" y="315151"/>
                  </a:lnTo>
                  <a:lnTo>
                    <a:pt x="431660" y="319608"/>
                  </a:lnTo>
                  <a:lnTo>
                    <a:pt x="425488" y="323990"/>
                  </a:lnTo>
                  <a:lnTo>
                    <a:pt x="419074" y="328307"/>
                  </a:lnTo>
                  <a:lnTo>
                    <a:pt x="412432" y="332549"/>
                  </a:lnTo>
                  <a:lnTo>
                    <a:pt x="405562" y="336715"/>
                  </a:lnTo>
                  <a:lnTo>
                    <a:pt x="398475" y="340792"/>
                  </a:lnTo>
                  <a:lnTo>
                    <a:pt x="391160" y="344805"/>
                  </a:lnTo>
                  <a:lnTo>
                    <a:pt x="383629" y="348729"/>
                  </a:lnTo>
                  <a:lnTo>
                    <a:pt x="375882" y="352577"/>
                  </a:lnTo>
                  <a:lnTo>
                    <a:pt x="367919" y="356349"/>
                  </a:lnTo>
                  <a:lnTo>
                    <a:pt x="359766" y="360032"/>
                  </a:lnTo>
                  <a:lnTo>
                    <a:pt x="351384" y="363639"/>
                  </a:lnTo>
                  <a:lnTo>
                    <a:pt x="334086" y="370560"/>
                  </a:lnTo>
                  <a:lnTo>
                    <a:pt x="316014" y="377139"/>
                  </a:lnTo>
                  <a:lnTo>
                    <a:pt x="297205" y="383349"/>
                  </a:lnTo>
                  <a:lnTo>
                    <a:pt x="277698" y="389166"/>
                  </a:lnTo>
                  <a:lnTo>
                    <a:pt x="257518" y="394602"/>
                  </a:lnTo>
                  <a:lnTo>
                    <a:pt x="236690" y="399631"/>
                  </a:lnTo>
                  <a:lnTo>
                    <a:pt x="215265" y="404240"/>
                  </a:lnTo>
                  <a:lnTo>
                    <a:pt x="193256" y="408419"/>
                  </a:lnTo>
                  <a:lnTo>
                    <a:pt x="170700" y="412166"/>
                  </a:lnTo>
                  <a:lnTo>
                    <a:pt x="147625" y="415442"/>
                  </a:lnTo>
                  <a:lnTo>
                    <a:pt x="124066" y="418249"/>
                  </a:lnTo>
                  <a:lnTo>
                    <a:pt x="112103" y="419481"/>
                  </a:lnTo>
                  <a:lnTo>
                    <a:pt x="100038" y="420573"/>
                  </a:lnTo>
                  <a:lnTo>
                    <a:pt x="87859" y="421563"/>
                  </a:lnTo>
                  <a:lnTo>
                    <a:pt x="75590" y="422415"/>
                  </a:lnTo>
                  <a:lnTo>
                    <a:pt x="63221" y="423139"/>
                  </a:lnTo>
                  <a:lnTo>
                    <a:pt x="50749" y="423735"/>
                  </a:lnTo>
                  <a:lnTo>
                    <a:pt x="38189" y="424205"/>
                  </a:lnTo>
                  <a:lnTo>
                    <a:pt x="25540" y="424548"/>
                  </a:lnTo>
                  <a:lnTo>
                    <a:pt x="12814" y="424751"/>
                  </a:lnTo>
                  <a:lnTo>
                    <a:pt x="0" y="424814"/>
                  </a:lnTo>
                  <a:lnTo>
                    <a:pt x="0" y="415289"/>
                  </a:lnTo>
                  <a:lnTo>
                    <a:pt x="12738" y="415226"/>
                  </a:lnTo>
                  <a:lnTo>
                    <a:pt x="12687" y="415226"/>
                  </a:lnTo>
                  <a:lnTo>
                    <a:pt x="25362" y="415023"/>
                  </a:lnTo>
                  <a:lnTo>
                    <a:pt x="25311" y="415023"/>
                  </a:lnTo>
                  <a:lnTo>
                    <a:pt x="37909" y="414680"/>
                  </a:lnTo>
                  <a:lnTo>
                    <a:pt x="37859" y="414693"/>
                  </a:lnTo>
                  <a:lnTo>
                    <a:pt x="50368" y="414223"/>
                  </a:lnTo>
                  <a:lnTo>
                    <a:pt x="50317" y="414223"/>
                  </a:lnTo>
                  <a:lnTo>
                    <a:pt x="62738" y="413626"/>
                  </a:lnTo>
                  <a:lnTo>
                    <a:pt x="62687" y="413626"/>
                  </a:lnTo>
                  <a:lnTo>
                    <a:pt x="75006" y="412902"/>
                  </a:lnTo>
                  <a:lnTo>
                    <a:pt x="74955" y="412902"/>
                  </a:lnTo>
                  <a:lnTo>
                    <a:pt x="87173" y="412064"/>
                  </a:lnTo>
                  <a:lnTo>
                    <a:pt x="87122" y="412064"/>
                  </a:lnTo>
                  <a:lnTo>
                    <a:pt x="99251" y="411086"/>
                  </a:lnTo>
                  <a:lnTo>
                    <a:pt x="99199" y="411086"/>
                  </a:lnTo>
                  <a:lnTo>
                    <a:pt x="111214" y="409994"/>
                  </a:lnTo>
                  <a:lnTo>
                    <a:pt x="111150" y="409994"/>
                  </a:lnTo>
                  <a:lnTo>
                    <a:pt x="123063" y="408774"/>
                  </a:lnTo>
                  <a:lnTo>
                    <a:pt x="122987" y="408787"/>
                  </a:lnTo>
                  <a:lnTo>
                    <a:pt x="146443" y="405993"/>
                  </a:lnTo>
                  <a:lnTo>
                    <a:pt x="146329" y="406006"/>
                  </a:lnTo>
                  <a:lnTo>
                    <a:pt x="169304" y="402742"/>
                  </a:lnTo>
                  <a:lnTo>
                    <a:pt x="169189" y="402755"/>
                  </a:lnTo>
                  <a:lnTo>
                    <a:pt x="191643" y="399034"/>
                  </a:lnTo>
                  <a:lnTo>
                    <a:pt x="191529" y="399059"/>
                  </a:lnTo>
                  <a:lnTo>
                    <a:pt x="213436" y="394894"/>
                  </a:lnTo>
                  <a:lnTo>
                    <a:pt x="213322" y="394919"/>
                  </a:lnTo>
                  <a:lnTo>
                    <a:pt x="234555" y="390351"/>
                  </a:lnTo>
                  <a:lnTo>
                    <a:pt x="255219" y="385356"/>
                  </a:lnTo>
                  <a:lnTo>
                    <a:pt x="255092" y="385394"/>
                  </a:lnTo>
                  <a:lnTo>
                    <a:pt x="275158" y="379996"/>
                  </a:lnTo>
                  <a:lnTo>
                    <a:pt x="275031" y="380022"/>
                  </a:lnTo>
                  <a:lnTo>
                    <a:pt x="294411" y="374231"/>
                  </a:lnTo>
                  <a:lnTo>
                    <a:pt x="294284" y="374281"/>
                  </a:lnTo>
                  <a:lnTo>
                    <a:pt x="312953" y="368109"/>
                  </a:lnTo>
                  <a:lnTo>
                    <a:pt x="312826" y="368160"/>
                  </a:lnTo>
                  <a:lnTo>
                    <a:pt x="330629" y="361679"/>
                  </a:lnTo>
                  <a:lnTo>
                    <a:pt x="347789" y="354812"/>
                  </a:lnTo>
                  <a:lnTo>
                    <a:pt x="347675" y="354863"/>
                  </a:lnTo>
                  <a:lnTo>
                    <a:pt x="355955" y="351294"/>
                  </a:lnTo>
                  <a:lnTo>
                    <a:pt x="355879" y="351333"/>
                  </a:lnTo>
                  <a:lnTo>
                    <a:pt x="363969" y="347675"/>
                  </a:lnTo>
                  <a:lnTo>
                    <a:pt x="363893" y="347713"/>
                  </a:lnTo>
                  <a:lnTo>
                    <a:pt x="371767" y="343992"/>
                  </a:lnTo>
                  <a:lnTo>
                    <a:pt x="371678" y="344030"/>
                  </a:lnTo>
                  <a:lnTo>
                    <a:pt x="379349" y="340220"/>
                  </a:lnTo>
                  <a:lnTo>
                    <a:pt x="379260" y="340271"/>
                  </a:lnTo>
                  <a:lnTo>
                    <a:pt x="386702" y="336385"/>
                  </a:lnTo>
                  <a:lnTo>
                    <a:pt x="386626" y="336423"/>
                  </a:lnTo>
                  <a:lnTo>
                    <a:pt x="393852" y="332473"/>
                  </a:lnTo>
                  <a:lnTo>
                    <a:pt x="393763" y="332511"/>
                  </a:lnTo>
                  <a:lnTo>
                    <a:pt x="400761" y="328485"/>
                  </a:lnTo>
                  <a:lnTo>
                    <a:pt x="400672" y="328536"/>
                  </a:lnTo>
                  <a:lnTo>
                    <a:pt x="407454" y="324434"/>
                  </a:lnTo>
                  <a:lnTo>
                    <a:pt x="407352" y="324485"/>
                  </a:lnTo>
                  <a:lnTo>
                    <a:pt x="413905" y="320306"/>
                  </a:lnTo>
                  <a:lnTo>
                    <a:pt x="413804" y="320370"/>
                  </a:lnTo>
                  <a:lnTo>
                    <a:pt x="420116" y="316128"/>
                  </a:lnTo>
                  <a:lnTo>
                    <a:pt x="420014" y="316192"/>
                  </a:lnTo>
                  <a:lnTo>
                    <a:pt x="426090" y="311892"/>
                  </a:lnTo>
                  <a:lnTo>
                    <a:pt x="431825" y="307581"/>
                  </a:lnTo>
                  <a:lnTo>
                    <a:pt x="431711" y="307657"/>
                  </a:lnTo>
                  <a:lnTo>
                    <a:pt x="437299" y="303213"/>
                  </a:lnTo>
                  <a:lnTo>
                    <a:pt x="437197" y="303301"/>
                  </a:lnTo>
                  <a:lnTo>
                    <a:pt x="442519" y="298793"/>
                  </a:lnTo>
                  <a:lnTo>
                    <a:pt x="442417" y="298894"/>
                  </a:lnTo>
                  <a:lnTo>
                    <a:pt x="447497" y="294322"/>
                  </a:lnTo>
                  <a:lnTo>
                    <a:pt x="447383" y="294424"/>
                  </a:lnTo>
                  <a:lnTo>
                    <a:pt x="452155" y="289840"/>
                  </a:lnTo>
                  <a:lnTo>
                    <a:pt x="456641" y="285229"/>
                  </a:lnTo>
                  <a:lnTo>
                    <a:pt x="456527" y="285343"/>
                  </a:lnTo>
                  <a:lnTo>
                    <a:pt x="460819" y="280606"/>
                  </a:lnTo>
                  <a:lnTo>
                    <a:pt x="460705" y="280746"/>
                  </a:lnTo>
                  <a:lnTo>
                    <a:pt x="464718" y="275945"/>
                  </a:lnTo>
                  <a:lnTo>
                    <a:pt x="464604" y="276098"/>
                  </a:lnTo>
                  <a:lnTo>
                    <a:pt x="468275" y="271344"/>
                  </a:lnTo>
                  <a:lnTo>
                    <a:pt x="471703" y="266496"/>
                  </a:lnTo>
                  <a:lnTo>
                    <a:pt x="471589" y="266674"/>
                  </a:lnTo>
                  <a:lnTo>
                    <a:pt x="474741" y="261778"/>
                  </a:lnTo>
                  <a:lnTo>
                    <a:pt x="477490" y="257047"/>
                  </a:lnTo>
                  <a:lnTo>
                    <a:pt x="480047" y="252106"/>
                  </a:lnTo>
                  <a:lnTo>
                    <a:pt x="482213" y="247373"/>
                  </a:lnTo>
                  <a:lnTo>
                    <a:pt x="484170" y="242416"/>
                  </a:lnTo>
                  <a:lnTo>
                    <a:pt x="485813" y="237463"/>
                  </a:lnTo>
                  <a:lnTo>
                    <a:pt x="487166" y="232499"/>
                  </a:lnTo>
                  <a:lnTo>
                    <a:pt x="488222" y="227531"/>
                  </a:lnTo>
                  <a:lnTo>
                    <a:pt x="488971" y="222573"/>
                  </a:lnTo>
                  <a:lnTo>
                    <a:pt x="489420" y="217612"/>
                  </a:lnTo>
                  <a:lnTo>
                    <a:pt x="489581" y="212407"/>
                  </a:lnTo>
                  <a:lnTo>
                    <a:pt x="489420" y="207202"/>
                  </a:lnTo>
                  <a:lnTo>
                    <a:pt x="488971" y="202241"/>
                  </a:lnTo>
                  <a:lnTo>
                    <a:pt x="488222" y="197283"/>
                  </a:lnTo>
                  <a:lnTo>
                    <a:pt x="487166" y="192315"/>
                  </a:lnTo>
                  <a:lnTo>
                    <a:pt x="485813" y="187351"/>
                  </a:lnTo>
                  <a:lnTo>
                    <a:pt x="484170" y="182398"/>
                  </a:lnTo>
                  <a:lnTo>
                    <a:pt x="482212" y="177439"/>
                  </a:lnTo>
                  <a:lnTo>
                    <a:pt x="480049" y="172700"/>
                  </a:lnTo>
                  <a:lnTo>
                    <a:pt x="477491" y="167769"/>
                  </a:lnTo>
                  <a:lnTo>
                    <a:pt x="474741" y="163037"/>
                  </a:lnTo>
                  <a:lnTo>
                    <a:pt x="471589" y="158140"/>
                  </a:lnTo>
                  <a:lnTo>
                    <a:pt x="471703" y="158318"/>
                  </a:lnTo>
                  <a:lnTo>
                    <a:pt x="468275" y="153470"/>
                  </a:lnTo>
                  <a:lnTo>
                    <a:pt x="464604" y="148717"/>
                  </a:lnTo>
                  <a:lnTo>
                    <a:pt x="464718" y="148869"/>
                  </a:lnTo>
                  <a:lnTo>
                    <a:pt x="460705" y="144069"/>
                  </a:lnTo>
                  <a:lnTo>
                    <a:pt x="460819" y="144208"/>
                  </a:lnTo>
                  <a:lnTo>
                    <a:pt x="456527" y="139458"/>
                  </a:lnTo>
                  <a:lnTo>
                    <a:pt x="456641" y="139585"/>
                  </a:lnTo>
                  <a:lnTo>
                    <a:pt x="452155" y="134974"/>
                  </a:lnTo>
                  <a:lnTo>
                    <a:pt x="447383" y="130390"/>
                  </a:lnTo>
                  <a:lnTo>
                    <a:pt x="447497" y="130492"/>
                  </a:lnTo>
                  <a:lnTo>
                    <a:pt x="442417" y="125920"/>
                  </a:lnTo>
                  <a:lnTo>
                    <a:pt x="442519" y="126022"/>
                  </a:lnTo>
                  <a:lnTo>
                    <a:pt x="437197" y="121514"/>
                  </a:lnTo>
                  <a:lnTo>
                    <a:pt x="437299" y="121602"/>
                  </a:lnTo>
                  <a:lnTo>
                    <a:pt x="431711" y="117157"/>
                  </a:lnTo>
                  <a:lnTo>
                    <a:pt x="431825" y="117233"/>
                  </a:lnTo>
                  <a:lnTo>
                    <a:pt x="426090" y="112923"/>
                  </a:lnTo>
                  <a:lnTo>
                    <a:pt x="420014" y="108623"/>
                  </a:lnTo>
                  <a:lnTo>
                    <a:pt x="420116" y="108686"/>
                  </a:lnTo>
                  <a:lnTo>
                    <a:pt x="413804" y="104445"/>
                  </a:lnTo>
                  <a:lnTo>
                    <a:pt x="413905" y="104508"/>
                  </a:lnTo>
                  <a:lnTo>
                    <a:pt x="407352" y="100330"/>
                  </a:lnTo>
                  <a:lnTo>
                    <a:pt x="407454" y="100381"/>
                  </a:lnTo>
                  <a:lnTo>
                    <a:pt x="400672" y="96279"/>
                  </a:lnTo>
                  <a:lnTo>
                    <a:pt x="400761" y="96329"/>
                  </a:lnTo>
                  <a:lnTo>
                    <a:pt x="393843" y="92336"/>
                  </a:lnTo>
                  <a:lnTo>
                    <a:pt x="386626" y="88392"/>
                  </a:lnTo>
                  <a:lnTo>
                    <a:pt x="386702" y="88429"/>
                  </a:lnTo>
                  <a:lnTo>
                    <a:pt x="379260" y="84544"/>
                  </a:lnTo>
                  <a:lnTo>
                    <a:pt x="379349" y="84594"/>
                  </a:lnTo>
                  <a:lnTo>
                    <a:pt x="371678" y="80784"/>
                  </a:lnTo>
                  <a:lnTo>
                    <a:pt x="371767" y="80822"/>
                  </a:lnTo>
                  <a:lnTo>
                    <a:pt x="363893" y="77101"/>
                  </a:lnTo>
                  <a:lnTo>
                    <a:pt x="363969" y="77127"/>
                  </a:lnTo>
                  <a:lnTo>
                    <a:pt x="355879" y="73482"/>
                  </a:lnTo>
                  <a:lnTo>
                    <a:pt x="355955" y="73520"/>
                  </a:lnTo>
                  <a:lnTo>
                    <a:pt x="347675" y="69952"/>
                  </a:lnTo>
                  <a:lnTo>
                    <a:pt x="347789" y="70002"/>
                  </a:lnTo>
                  <a:lnTo>
                    <a:pt x="330629" y="63135"/>
                  </a:lnTo>
                  <a:lnTo>
                    <a:pt x="312826" y="56655"/>
                  </a:lnTo>
                  <a:lnTo>
                    <a:pt x="312953" y="56705"/>
                  </a:lnTo>
                  <a:lnTo>
                    <a:pt x="294290" y="50536"/>
                  </a:lnTo>
                  <a:lnTo>
                    <a:pt x="275031" y="44793"/>
                  </a:lnTo>
                  <a:lnTo>
                    <a:pt x="275158" y="44818"/>
                  </a:lnTo>
                  <a:lnTo>
                    <a:pt x="255092" y="39421"/>
                  </a:lnTo>
                  <a:lnTo>
                    <a:pt x="255219" y="39459"/>
                  </a:lnTo>
                  <a:lnTo>
                    <a:pt x="234555" y="34464"/>
                  </a:lnTo>
                  <a:lnTo>
                    <a:pt x="213322" y="29896"/>
                  </a:lnTo>
                  <a:lnTo>
                    <a:pt x="213436" y="29921"/>
                  </a:lnTo>
                  <a:lnTo>
                    <a:pt x="191529" y="25755"/>
                  </a:lnTo>
                  <a:lnTo>
                    <a:pt x="191643" y="25781"/>
                  </a:lnTo>
                  <a:lnTo>
                    <a:pt x="169189" y="22060"/>
                  </a:lnTo>
                  <a:lnTo>
                    <a:pt x="169304" y="22072"/>
                  </a:lnTo>
                  <a:lnTo>
                    <a:pt x="146329" y="18808"/>
                  </a:lnTo>
                  <a:lnTo>
                    <a:pt x="146443" y="18821"/>
                  </a:lnTo>
                  <a:lnTo>
                    <a:pt x="122987" y="16027"/>
                  </a:lnTo>
                  <a:lnTo>
                    <a:pt x="123063" y="16040"/>
                  </a:lnTo>
                  <a:lnTo>
                    <a:pt x="111150" y="14821"/>
                  </a:lnTo>
                  <a:lnTo>
                    <a:pt x="111214" y="14821"/>
                  </a:lnTo>
                  <a:lnTo>
                    <a:pt x="99199" y="13729"/>
                  </a:lnTo>
                  <a:lnTo>
                    <a:pt x="99251" y="13729"/>
                  </a:lnTo>
                  <a:lnTo>
                    <a:pt x="87122" y="12750"/>
                  </a:lnTo>
                  <a:lnTo>
                    <a:pt x="87173" y="12750"/>
                  </a:lnTo>
                  <a:lnTo>
                    <a:pt x="74955" y="11899"/>
                  </a:lnTo>
                  <a:lnTo>
                    <a:pt x="75006" y="11912"/>
                  </a:lnTo>
                  <a:lnTo>
                    <a:pt x="62687" y="11188"/>
                  </a:lnTo>
                  <a:lnTo>
                    <a:pt x="62738" y="11188"/>
                  </a:lnTo>
                  <a:lnTo>
                    <a:pt x="50317" y="10592"/>
                  </a:lnTo>
                  <a:lnTo>
                    <a:pt x="50368" y="10592"/>
                  </a:lnTo>
                  <a:lnTo>
                    <a:pt x="37859" y="10122"/>
                  </a:lnTo>
                  <a:lnTo>
                    <a:pt x="37909" y="10134"/>
                  </a:lnTo>
                  <a:lnTo>
                    <a:pt x="25311" y="9792"/>
                  </a:lnTo>
                  <a:lnTo>
                    <a:pt x="25362" y="9792"/>
                  </a:lnTo>
                  <a:lnTo>
                    <a:pt x="12687" y="9589"/>
                  </a:lnTo>
                  <a:lnTo>
                    <a:pt x="12738" y="9589"/>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0" name="Rectangle 29"/>
            <p:cNvSpPr/>
            <p:nvPr/>
          </p:nvSpPr>
          <p:spPr>
            <a:xfrm>
              <a:off x="3649777" y="1400765"/>
              <a:ext cx="557165"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Make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1" name="Shape 1356"/>
            <p:cNvSpPr/>
            <p:nvPr/>
          </p:nvSpPr>
          <p:spPr>
            <a:xfrm>
              <a:off x="940752" y="1147762"/>
              <a:ext cx="477520" cy="76200"/>
            </a:xfrm>
            <a:custGeom>
              <a:avLst/>
              <a:gdLst/>
              <a:ahLst/>
              <a:cxnLst/>
              <a:rect l="0" t="0" r="0" b="0"/>
              <a:pathLst>
                <a:path w="477520" h="76200">
                  <a:moveTo>
                    <a:pt x="401320" y="0"/>
                  </a:moveTo>
                  <a:lnTo>
                    <a:pt x="477520" y="38100"/>
                  </a:lnTo>
                  <a:lnTo>
                    <a:pt x="401320" y="76200"/>
                  </a:lnTo>
                  <a:lnTo>
                    <a:pt x="401320" y="42863"/>
                  </a:lnTo>
                  <a:lnTo>
                    <a:pt x="0" y="42863"/>
                  </a:lnTo>
                  <a:lnTo>
                    <a:pt x="0" y="33338"/>
                  </a:lnTo>
                  <a:lnTo>
                    <a:pt x="401320" y="33338"/>
                  </a:lnTo>
                  <a:lnTo>
                    <a:pt x="40132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2" name="Shape 1357"/>
            <p:cNvSpPr/>
            <p:nvPr/>
          </p:nvSpPr>
          <p:spPr>
            <a:xfrm>
              <a:off x="2970212" y="865823"/>
              <a:ext cx="363220" cy="76200"/>
            </a:xfrm>
            <a:custGeom>
              <a:avLst/>
              <a:gdLst/>
              <a:ahLst/>
              <a:cxnLst/>
              <a:rect l="0" t="0" r="0" b="0"/>
              <a:pathLst>
                <a:path w="363220" h="76200">
                  <a:moveTo>
                    <a:pt x="287020" y="0"/>
                  </a:moveTo>
                  <a:lnTo>
                    <a:pt x="363220" y="38100"/>
                  </a:lnTo>
                  <a:lnTo>
                    <a:pt x="287020" y="76200"/>
                  </a:lnTo>
                  <a:lnTo>
                    <a:pt x="287020" y="42863"/>
                  </a:lnTo>
                  <a:lnTo>
                    <a:pt x="0" y="42863"/>
                  </a:lnTo>
                  <a:lnTo>
                    <a:pt x="0" y="33338"/>
                  </a:lnTo>
                  <a:lnTo>
                    <a:pt x="287020" y="33338"/>
                  </a:lnTo>
                  <a:lnTo>
                    <a:pt x="28702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3" name="Shape 1358"/>
            <p:cNvSpPr/>
            <p:nvPr/>
          </p:nvSpPr>
          <p:spPr>
            <a:xfrm>
              <a:off x="2970212" y="1479867"/>
              <a:ext cx="414020" cy="76200"/>
            </a:xfrm>
            <a:custGeom>
              <a:avLst/>
              <a:gdLst/>
              <a:ahLst/>
              <a:cxnLst/>
              <a:rect l="0" t="0" r="0" b="0"/>
              <a:pathLst>
                <a:path w="414020" h="76200">
                  <a:moveTo>
                    <a:pt x="337820" y="0"/>
                  </a:moveTo>
                  <a:lnTo>
                    <a:pt x="414020" y="38100"/>
                  </a:lnTo>
                  <a:lnTo>
                    <a:pt x="337820" y="76200"/>
                  </a:lnTo>
                  <a:lnTo>
                    <a:pt x="337820" y="42863"/>
                  </a:lnTo>
                  <a:lnTo>
                    <a:pt x="0" y="42863"/>
                  </a:lnTo>
                  <a:lnTo>
                    <a:pt x="0" y="33338"/>
                  </a:lnTo>
                  <a:lnTo>
                    <a:pt x="337820" y="33338"/>
                  </a:lnTo>
                  <a:lnTo>
                    <a:pt x="33782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4" name="Shape 1359"/>
            <p:cNvSpPr/>
            <p:nvPr/>
          </p:nvSpPr>
          <p:spPr>
            <a:xfrm>
              <a:off x="2982912" y="2216468"/>
              <a:ext cx="392430" cy="76200"/>
            </a:xfrm>
            <a:custGeom>
              <a:avLst/>
              <a:gdLst/>
              <a:ahLst/>
              <a:cxnLst/>
              <a:rect l="0" t="0" r="0" b="0"/>
              <a:pathLst>
                <a:path w="392430" h="76200">
                  <a:moveTo>
                    <a:pt x="316230" y="0"/>
                  </a:moveTo>
                  <a:lnTo>
                    <a:pt x="392430" y="38100"/>
                  </a:lnTo>
                  <a:lnTo>
                    <a:pt x="316230" y="76200"/>
                  </a:lnTo>
                  <a:lnTo>
                    <a:pt x="316230" y="42863"/>
                  </a:lnTo>
                  <a:lnTo>
                    <a:pt x="0" y="42863"/>
                  </a:lnTo>
                  <a:lnTo>
                    <a:pt x="0" y="33338"/>
                  </a:lnTo>
                  <a:lnTo>
                    <a:pt x="316230" y="33338"/>
                  </a:lnTo>
                  <a:lnTo>
                    <a:pt x="31623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5" name="Shape 1360"/>
            <p:cNvSpPr/>
            <p:nvPr/>
          </p:nvSpPr>
          <p:spPr>
            <a:xfrm>
              <a:off x="2397443" y="1181100"/>
              <a:ext cx="560070" cy="10161"/>
            </a:xfrm>
            <a:custGeom>
              <a:avLst/>
              <a:gdLst/>
              <a:ahLst/>
              <a:cxnLst/>
              <a:rect l="0" t="0" r="0" b="0"/>
              <a:pathLst>
                <a:path w="560070" h="10161">
                  <a:moveTo>
                    <a:pt x="0" y="0"/>
                  </a:moveTo>
                  <a:lnTo>
                    <a:pt x="560070" y="636"/>
                  </a:lnTo>
                  <a:lnTo>
                    <a:pt x="560070" y="10161"/>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6" name="Shape 11203"/>
            <p:cNvSpPr/>
            <p:nvPr/>
          </p:nvSpPr>
          <p:spPr>
            <a:xfrm>
              <a:off x="4364038" y="899160"/>
              <a:ext cx="435610" cy="9525"/>
            </a:xfrm>
            <a:custGeom>
              <a:avLst/>
              <a:gdLst/>
              <a:ahLst/>
              <a:cxnLst/>
              <a:rect l="0" t="0" r="0" b="0"/>
              <a:pathLst>
                <a:path w="435610" h="9525">
                  <a:moveTo>
                    <a:pt x="0" y="0"/>
                  </a:moveTo>
                  <a:lnTo>
                    <a:pt x="435610" y="0"/>
                  </a:lnTo>
                  <a:lnTo>
                    <a:pt x="43561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7" name="Shape 11204"/>
            <p:cNvSpPr/>
            <p:nvPr/>
          </p:nvSpPr>
          <p:spPr>
            <a:xfrm>
              <a:off x="4385628" y="1442085"/>
              <a:ext cx="457200" cy="9525"/>
            </a:xfrm>
            <a:custGeom>
              <a:avLst/>
              <a:gdLst/>
              <a:ahLst/>
              <a:cxnLst/>
              <a:rect l="0" t="0" r="0" b="0"/>
              <a:pathLst>
                <a:path w="457200" h="9525">
                  <a:moveTo>
                    <a:pt x="0" y="0"/>
                  </a:moveTo>
                  <a:lnTo>
                    <a:pt x="457200" y="0"/>
                  </a:lnTo>
                  <a:lnTo>
                    <a:pt x="45720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8" name="Shape 11205"/>
            <p:cNvSpPr/>
            <p:nvPr/>
          </p:nvSpPr>
          <p:spPr>
            <a:xfrm>
              <a:off x="4407218" y="2249805"/>
              <a:ext cx="435610" cy="9525"/>
            </a:xfrm>
            <a:custGeom>
              <a:avLst/>
              <a:gdLst/>
              <a:ahLst/>
              <a:cxnLst/>
              <a:rect l="0" t="0" r="0" b="0"/>
              <a:pathLst>
                <a:path w="435610" h="9525">
                  <a:moveTo>
                    <a:pt x="0" y="0"/>
                  </a:moveTo>
                  <a:lnTo>
                    <a:pt x="435610" y="0"/>
                  </a:lnTo>
                  <a:lnTo>
                    <a:pt x="43561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39" name="Shape 1364"/>
            <p:cNvSpPr/>
            <p:nvPr/>
          </p:nvSpPr>
          <p:spPr>
            <a:xfrm>
              <a:off x="4799648" y="377825"/>
              <a:ext cx="1510030" cy="10160"/>
            </a:xfrm>
            <a:custGeom>
              <a:avLst/>
              <a:gdLst/>
              <a:ahLst/>
              <a:cxnLst/>
              <a:rect l="0" t="0" r="0" b="0"/>
              <a:pathLst>
                <a:path w="1510030" h="10160">
                  <a:moveTo>
                    <a:pt x="0" y="0"/>
                  </a:moveTo>
                  <a:lnTo>
                    <a:pt x="1510030" y="635"/>
                  </a:lnTo>
                  <a:lnTo>
                    <a:pt x="1510030" y="10160"/>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0" name="Shape 1365"/>
            <p:cNvSpPr/>
            <p:nvPr/>
          </p:nvSpPr>
          <p:spPr>
            <a:xfrm>
              <a:off x="4799635" y="675005"/>
              <a:ext cx="1510043" cy="11430"/>
            </a:xfrm>
            <a:custGeom>
              <a:avLst/>
              <a:gdLst/>
              <a:ahLst/>
              <a:cxnLst/>
              <a:rect l="0" t="0" r="0" b="0"/>
              <a:pathLst>
                <a:path w="1510043" h="11430">
                  <a:moveTo>
                    <a:pt x="13" y="0"/>
                  </a:moveTo>
                  <a:lnTo>
                    <a:pt x="1510043" y="1905"/>
                  </a:lnTo>
                  <a:lnTo>
                    <a:pt x="1510043" y="11430"/>
                  </a:lnTo>
                  <a:lnTo>
                    <a:pt x="0" y="9525"/>
                  </a:lnTo>
                  <a:lnTo>
                    <a:pt x="13"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1" name="Shape 11206"/>
            <p:cNvSpPr/>
            <p:nvPr/>
          </p:nvSpPr>
          <p:spPr>
            <a:xfrm>
              <a:off x="4799648" y="1014095"/>
              <a:ext cx="1510030" cy="9525"/>
            </a:xfrm>
            <a:custGeom>
              <a:avLst/>
              <a:gdLst/>
              <a:ahLst/>
              <a:cxnLst/>
              <a:rect l="0" t="0" r="0" b="0"/>
              <a:pathLst>
                <a:path w="1510030" h="9525">
                  <a:moveTo>
                    <a:pt x="0" y="0"/>
                  </a:moveTo>
                  <a:lnTo>
                    <a:pt x="1510030" y="0"/>
                  </a:lnTo>
                  <a:lnTo>
                    <a:pt x="151003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2" name="Shape 11207"/>
            <p:cNvSpPr/>
            <p:nvPr/>
          </p:nvSpPr>
          <p:spPr>
            <a:xfrm>
              <a:off x="4794885" y="681673"/>
              <a:ext cx="9525" cy="337185"/>
            </a:xfrm>
            <a:custGeom>
              <a:avLst/>
              <a:gdLst/>
              <a:ahLst/>
              <a:cxnLst/>
              <a:rect l="0" t="0" r="0" b="0"/>
              <a:pathLst>
                <a:path w="9525" h="337185">
                  <a:moveTo>
                    <a:pt x="0" y="0"/>
                  </a:moveTo>
                  <a:lnTo>
                    <a:pt x="9525" y="0"/>
                  </a:lnTo>
                  <a:lnTo>
                    <a:pt x="9525" y="337185"/>
                  </a:lnTo>
                  <a:lnTo>
                    <a:pt x="0" y="33718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3" name="Shape 11208"/>
            <p:cNvSpPr/>
            <p:nvPr/>
          </p:nvSpPr>
          <p:spPr>
            <a:xfrm>
              <a:off x="4954906" y="681673"/>
              <a:ext cx="9525" cy="337185"/>
            </a:xfrm>
            <a:custGeom>
              <a:avLst/>
              <a:gdLst/>
              <a:ahLst/>
              <a:cxnLst/>
              <a:rect l="0" t="0" r="0" b="0"/>
              <a:pathLst>
                <a:path w="9525" h="337185">
                  <a:moveTo>
                    <a:pt x="0" y="0"/>
                  </a:moveTo>
                  <a:lnTo>
                    <a:pt x="9525" y="0"/>
                  </a:lnTo>
                  <a:lnTo>
                    <a:pt x="9525" y="337185"/>
                  </a:lnTo>
                  <a:lnTo>
                    <a:pt x="0" y="33718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4" name="Shape 1369"/>
            <p:cNvSpPr/>
            <p:nvPr/>
          </p:nvSpPr>
          <p:spPr>
            <a:xfrm>
              <a:off x="4842828" y="1263650"/>
              <a:ext cx="1466850" cy="10161"/>
            </a:xfrm>
            <a:custGeom>
              <a:avLst/>
              <a:gdLst/>
              <a:ahLst/>
              <a:cxnLst/>
              <a:rect l="0" t="0" r="0" b="0"/>
              <a:pathLst>
                <a:path w="1466850" h="10161">
                  <a:moveTo>
                    <a:pt x="0" y="0"/>
                  </a:moveTo>
                  <a:lnTo>
                    <a:pt x="1466850" y="636"/>
                  </a:lnTo>
                  <a:lnTo>
                    <a:pt x="1466850" y="10161"/>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5" name="Shape 11209"/>
            <p:cNvSpPr/>
            <p:nvPr/>
          </p:nvSpPr>
          <p:spPr>
            <a:xfrm>
              <a:off x="4842828" y="1615440"/>
              <a:ext cx="1531620" cy="9525"/>
            </a:xfrm>
            <a:custGeom>
              <a:avLst/>
              <a:gdLst/>
              <a:ahLst/>
              <a:cxnLst/>
              <a:rect l="0" t="0" r="0" b="0"/>
              <a:pathLst>
                <a:path w="1531620" h="9525">
                  <a:moveTo>
                    <a:pt x="0" y="0"/>
                  </a:moveTo>
                  <a:lnTo>
                    <a:pt x="1531620" y="0"/>
                  </a:lnTo>
                  <a:lnTo>
                    <a:pt x="153162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6" name="Shape 1371"/>
            <p:cNvSpPr/>
            <p:nvPr/>
          </p:nvSpPr>
          <p:spPr>
            <a:xfrm>
              <a:off x="4842828" y="1905635"/>
              <a:ext cx="1531620" cy="10160"/>
            </a:xfrm>
            <a:custGeom>
              <a:avLst/>
              <a:gdLst/>
              <a:ahLst/>
              <a:cxnLst/>
              <a:rect l="0" t="0" r="0" b="0"/>
              <a:pathLst>
                <a:path w="1531620" h="10160">
                  <a:moveTo>
                    <a:pt x="0" y="0"/>
                  </a:moveTo>
                  <a:lnTo>
                    <a:pt x="1531620" y="635"/>
                  </a:lnTo>
                  <a:lnTo>
                    <a:pt x="1531620" y="10160"/>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7" name="Shape 11210"/>
            <p:cNvSpPr/>
            <p:nvPr/>
          </p:nvSpPr>
          <p:spPr>
            <a:xfrm>
              <a:off x="4842828" y="2593975"/>
              <a:ext cx="1531620" cy="9525"/>
            </a:xfrm>
            <a:custGeom>
              <a:avLst/>
              <a:gdLst/>
              <a:ahLst/>
              <a:cxnLst/>
              <a:rect l="0" t="0" r="0" b="0"/>
              <a:pathLst>
                <a:path w="1531620" h="9525">
                  <a:moveTo>
                    <a:pt x="0" y="0"/>
                  </a:moveTo>
                  <a:lnTo>
                    <a:pt x="1531620" y="0"/>
                  </a:lnTo>
                  <a:lnTo>
                    <a:pt x="153162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8" name="Shape 11211"/>
            <p:cNvSpPr/>
            <p:nvPr/>
          </p:nvSpPr>
          <p:spPr>
            <a:xfrm>
              <a:off x="4838065" y="1269048"/>
              <a:ext cx="9525" cy="351155"/>
            </a:xfrm>
            <a:custGeom>
              <a:avLst/>
              <a:gdLst/>
              <a:ahLst/>
              <a:cxnLst/>
              <a:rect l="0" t="0" r="0" b="0"/>
              <a:pathLst>
                <a:path w="9525" h="351155">
                  <a:moveTo>
                    <a:pt x="0" y="0"/>
                  </a:moveTo>
                  <a:lnTo>
                    <a:pt x="9525" y="0"/>
                  </a:lnTo>
                  <a:lnTo>
                    <a:pt x="9525" y="351155"/>
                  </a:lnTo>
                  <a:lnTo>
                    <a:pt x="0" y="35115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49" name="Shape 11212"/>
            <p:cNvSpPr/>
            <p:nvPr/>
          </p:nvSpPr>
          <p:spPr>
            <a:xfrm>
              <a:off x="5018406" y="1269048"/>
              <a:ext cx="9525" cy="351155"/>
            </a:xfrm>
            <a:custGeom>
              <a:avLst/>
              <a:gdLst/>
              <a:ahLst/>
              <a:cxnLst/>
              <a:rect l="0" t="0" r="0" b="0"/>
              <a:pathLst>
                <a:path w="9525" h="351155">
                  <a:moveTo>
                    <a:pt x="0" y="0"/>
                  </a:moveTo>
                  <a:lnTo>
                    <a:pt x="9525" y="0"/>
                  </a:lnTo>
                  <a:lnTo>
                    <a:pt x="9525" y="351155"/>
                  </a:lnTo>
                  <a:lnTo>
                    <a:pt x="0" y="35115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0" name="Shape 1375"/>
            <p:cNvSpPr/>
            <p:nvPr/>
          </p:nvSpPr>
          <p:spPr>
            <a:xfrm>
              <a:off x="4838065" y="1911033"/>
              <a:ext cx="10160" cy="687705"/>
            </a:xfrm>
            <a:custGeom>
              <a:avLst/>
              <a:gdLst/>
              <a:ahLst/>
              <a:cxnLst/>
              <a:rect l="0" t="0" r="0" b="0"/>
              <a:pathLst>
                <a:path w="10160" h="687705">
                  <a:moveTo>
                    <a:pt x="0" y="0"/>
                  </a:moveTo>
                  <a:lnTo>
                    <a:pt x="9525" y="0"/>
                  </a:lnTo>
                  <a:lnTo>
                    <a:pt x="10160" y="687705"/>
                  </a:lnTo>
                  <a:lnTo>
                    <a:pt x="635" y="68770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1" name="Shape 1376"/>
            <p:cNvSpPr/>
            <p:nvPr/>
          </p:nvSpPr>
          <p:spPr>
            <a:xfrm>
              <a:off x="5018406" y="1911033"/>
              <a:ext cx="10160" cy="687705"/>
            </a:xfrm>
            <a:custGeom>
              <a:avLst/>
              <a:gdLst/>
              <a:ahLst/>
              <a:cxnLst/>
              <a:rect l="0" t="0" r="0" b="0"/>
              <a:pathLst>
                <a:path w="10160" h="687705">
                  <a:moveTo>
                    <a:pt x="0" y="0"/>
                  </a:moveTo>
                  <a:lnTo>
                    <a:pt x="9525" y="0"/>
                  </a:lnTo>
                  <a:lnTo>
                    <a:pt x="10160" y="687705"/>
                  </a:lnTo>
                  <a:lnTo>
                    <a:pt x="635" y="68770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2" name="Shape 1377"/>
            <p:cNvSpPr/>
            <p:nvPr/>
          </p:nvSpPr>
          <p:spPr>
            <a:xfrm>
              <a:off x="2982912" y="185738"/>
              <a:ext cx="401320" cy="76200"/>
            </a:xfrm>
            <a:custGeom>
              <a:avLst/>
              <a:gdLst/>
              <a:ahLst/>
              <a:cxnLst/>
              <a:rect l="0" t="0" r="0" b="0"/>
              <a:pathLst>
                <a:path w="401320" h="76200">
                  <a:moveTo>
                    <a:pt x="325120" y="0"/>
                  </a:moveTo>
                  <a:lnTo>
                    <a:pt x="401320" y="38100"/>
                  </a:lnTo>
                  <a:lnTo>
                    <a:pt x="325120" y="76200"/>
                  </a:lnTo>
                  <a:lnTo>
                    <a:pt x="325120" y="42863"/>
                  </a:lnTo>
                  <a:lnTo>
                    <a:pt x="0" y="42863"/>
                  </a:lnTo>
                  <a:lnTo>
                    <a:pt x="0" y="33338"/>
                  </a:lnTo>
                  <a:lnTo>
                    <a:pt x="325120" y="33338"/>
                  </a:lnTo>
                  <a:lnTo>
                    <a:pt x="32512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3" name="Shape 11213"/>
            <p:cNvSpPr/>
            <p:nvPr/>
          </p:nvSpPr>
          <p:spPr>
            <a:xfrm>
              <a:off x="4364038" y="219075"/>
              <a:ext cx="435610" cy="9525"/>
            </a:xfrm>
            <a:custGeom>
              <a:avLst/>
              <a:gdLst/>
              <a:ahLst/>
              <a:cxnLst/>
              <a:rect l="0" t="0" r="0" b="0"/>
              <a:pathLst>
                <a:path w="435610" h="9525">
                  <a:moveTo>
                    <a:pt x="0" y="0"/>
                  </a:moveTo>
                  <a:lnTo>
                    <a:pt x="435610" y="0"/>
                  </a:lnTo>
                  <a:lnTo>
                    <a:pt x="43561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4" name="Shape 1379"/>
            <p:cNvSpPr/>
            <p:nvPr/>
          </p:nvSpPr>
          <p:spPr>
            <a:xfrm>
              <a:off x="2952750" y="223774"/>
              <a:ext cx="34925" cy="2030857"/>
            </a:xfrm>
            <a:custGeom>
              <a:avLst/>
              <a:gdLst/>
              <a:ahLst/>
              <a:cxnLst/>
              <a:rect l="0" t="0" r="0" b="0"/>
              <a:pathLst>
                <a:path w="34925" h="2030857">
                  <a:moveTo>
                    <a:pt x="9525" y="0"/>
                  </a:moveTo>
                  <a:lnTo>
                    <a:pt x="34925" y="2030730"/>
                  </a:lnTo>
                  <a:lnTo>
                    <a:pt x="25400" y="2030857"/>
                  </a:lnTo>
                  <a:lnTo>
                    <a:pt x="0" y="127"/>
                  </a:lnTo>
                  <a:lnTo>
                    <a:pt x="952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5" name="Shape 1380"/>
            <p:cNvSpPr/>
            <p:nvPr/>
          </p:nvSpPr>
          <p:spPr>
            <a:xfrm>
              <a:off x="3375343" y="15558"/>
              <a:ext cx="995680" cy="368935"/>
            </a:xfrm>
            <a:custGeom>
              <a:avLst/>
              <a:gdLst/>
              <a:ahLst/>
              <a:cxnLst/>
              <a:rect l="0" t="0" r="0" b="0"/>
              <a:pathLst>
                <a:path w="995680" h="368935">
                  <a:moveTo>
                    <a:pt x="497840" y="0"/>
                  </a:moveTo>
                  <a:cubicBezTo>
                    <a:pt x="772795" y="0"/>
                    <a:pt x="995680" y="82588"/>
                    <a:pt x="995299" y="184912"/>
                  </a:cubicBezTo>
                  <a:cubicBezTo>
                    <a:pt x="995680" y="286347"/>
                    <a:pt x="772795" y="368935"/>
                    <a:pt x="497840" y="368935"/>
                  </a:cubicBezTo>
                  <a:cubicBezTo>
                    <a:pt x="222885" y="368935"/>
                    <a:pt x="0" y="286347"/>
                    <a:pt x="0" y="184467"/>
                  </a:cubicBezTo>
                  <a:cubicBezTo>
                    <a:pt x="0" y="82588"/>
                    <a:pt x="222885" y="0"/>
                    <a:pt x="497840" y="0"/>
                  </a:cubicBezTo>
                  <a:close/>
                </a:path>
              </a:pathLst>
            </a:custGeom>
            <a:ln w="0" cap="flat">
              <a:miter lim="127000"/>
            </a:ln>
          </p:spPr>
          <p:style>
            <a:lnRef idx="0">
              <a:srgbClr val="000000">
                <a:alpha val="0"/>
              </a:srgbClr>
            </a:lnRef>
            <a:fillRef idx="1">
              <a:srgbClr val="FFFFFF"/>
            </a:fillRef>
            <a:effectRef idx="0">
              <a:scrgbClr r="0" g="0" b="0"/>
            </a:effectRef>
            <a:fontRef idx="none"/>
          </p:style>
          <p:txBody>
            <a:bodyPr/>
            <a:lstStyle/>
            <a:p>
              <a:endParaRPr lang="en-GB"/>
            </a:p>
          </p:txBody>
        </p:sp>
        <p:sp>
          <p:nvSpPr>
            <p:cNvPr id="56" name="Shape 1381"/>
            <p:cNvSpPr/>
            <p:nvPr/>
          </p:nvSpPr>
          <p:spPr>
            <a:xfrm>
              <a:off x="3370580" y="10795"/>
              <a:ext cx="502603" cy="378460"/>
            </a:xfrm>
            <a:custGeom>
              <a:avLst/>
              <a:gdLst/>
              <a:ahLst/>
              <a:cxnLst/>
              <a:rect l="0" t="0" r="0" b="0"/>
              <a:pathLst>
                <a:path w="502603" h="378460">
                  <a:moveTo>
                    <a:pt x="502602" y="0"/>
                  </a:moveTo>
                  <a:lnTo>
                    <a:pt x="502603" y="0"/>
                  </a:lnTo>
                  <a:lnTo>
                    <a:pt x="502603" y="9525"/>
                  </a:lnTo>
                  <a:lnTo>
                    <a:pt x="489776" y="9588"/>
                  </a:lnTo>
                  <a:lnTo>
                    <a:pt x="489826" y="9588"/>
                  </a:lnTo>
                  <a:lnTo>
                    <a:pt x="477050" y="9766"/>
                  </a:lnTo>
                  <a:lnTo>
                    <a:pt x="477114" y="9766"/>
                  </a:lnTo>
                  <a:lnTo>
                    <a:pt x="451841" y="10477"/>
                  </a:lnTo>
                  <a:lnTo>
                    <a:pt x="451929" y="10477"/>
                  </a:lnTo>
                  <a:lnTo>
                    <a:pt x="427012" y="11646"/>
                  </a:lnTo>
                  <a:lnTo>
                    <a:pt x="427101" y="11646"/>
                  </a:lnTo>
                  <a:lnTo>
                    <a:pt x="402590" y="13258"/>
                  </a:lnTo>
                  <a:lnTo>
                    <a:pt x="402679" y="13258"/>
                  </a:lnTo>
                  <a:lnTo>
                    <a:pt x="378587" y="15316"/>
                  </a:lnTo>
                  <a:lnTo>
                    <a:pt x="378689" y="15303"/>
                  </a:lnTo>
                  <a:lnTo>
                    <a:pt x="355054" y="17793"/>
                  </a:lnTo>
                  <a:lnTo>
                    <a:pt x="355155" y="17780"/>
                  </a:lnTo>
                  <a:lnTo>
                    <a:pt x="332116" y="20663"/>
                  </a:lnTo>
                  <a:lnTo>
                    <a:pt x="309512" y="23978"/>
                  </a:lnTo>
                  <a:lnTo>
                    <a:pt x="309613" y="23952"/>
                  </a:lnTo>
                  <a:lnTo>
                    <a:pt x="287553" y="27648"/>
                  </a:lnTo>
                  <a:lnTo>
                    <a:pt x="287655" y="27635"/>
                  </a:lnTo>
                  <a:lnTo>
                    <a:pt x="266192" y="31712"/>
                  </a:lnTo>
                  <a:lnTo>
                    <a:pt x="266293" y="31686"/>
                  </a:lnTo>
                  <a:lnTo>
                    <a:pt x="245453" y="36132"/>
                  </a:lnTo>
                  <a:lnTo>
                    <a:pt x="245554" y="36106"/>
                  </a:lnTo>
                  <a:lnTo>
                    <a:pt x="225361" y="40906"/>
                  </a:lnTo>
                  <a:lnTo>
                    <a:pt x="225463" y="40868"/>
                  </a:lnTo>
                  <a:lnTo>
                    <a:pt x="205956" y="46012"/>
                  </a:lnTo>
                  <a:lnTo>
                    <a:pt x="206070" y="45987"/>
                  </a:lnTo>
                  <a:lnTo>
                    <a:pt x="187338" y="51438"/>
                  </a:lnTo>
                  <a:lnTo>
                    <a:pt x="169316" y="57213"/>
                  </a:lnTo>
                  <a:lnTo>
                    <a:pt x="169456" y="57175"/>
                  </a:lnTo>
                  <a:lnTo>
                    <a:pt x="152245" y="63254"/>
                  </a:lnTo>
                  <a:lnTo>
                    <a:pt x="135856" y="69617"/>
                  </a:lnTo>
                  <a:lnTo>
                    <a:pt x="120320" y="76276"/>
                  </a:lnTo>
                  <a:lnTo>
                    <a:pt x="120472" y="76200"/>
                  </a:lnTo>
                  <a:lnTo>
                    <a:pt x="105723" y="83162"/>
                  </a:lnTo>
                  <a:lnTo>
                    <a:pt x="98768" y="86690"/>
                  </a:lnTo>
                  <a:lnTo>
                    <a:pt x="98857" y="86639"/>
                  </a:lnTo>
                  <a:lnTo>
                    <a:pt x="92037" y="90297"/>
                  </a:lnTo>
                  <a:lnTo>
                    <a:pt x="92126" y="90246"/>
                  </a:lnTo>
                  <a:lnTo>
                    <a:pt x="85596" y="93919"/>
                  </a:lnTo>
                  <a:lnTo>
                    <a:pt x="79273" y="97675"/>
                  </a:lnTo>
                  <a:lnTo>
                    <a:pt x="79362" y="97612"/>
                  </a:lnTo>
                  <a:lnTo>
                    <a:pt x="73253" y="101447"/>
                  </a:lnTo>
                  <a:lnTo>
                    <a:pt x="73355" y="101384"/>
                  </a:lnTo>
                  <a:lnTo>
                    <a:pt x="67570" y="105208"/>
                  </a:lnTo>
                  <a:lnTo>
                    <a:pt x="61963" y="109144"/>
                  </a:lnTo>
                  <a:lnTo>
                    <a:pt x="62078" y="109067"/>
                  </a:lnTo>
                  <a:lnTo>
                    <a:pt x="56705" y="113068"/>
                  </a:lnTo>
                  <a:lnTo>
                    <a:pt x="56820" y="112992"/>
                  </a:lnTo>
                  <a:lnTo>
                    <a:pt x="51701" y="117043"/>
                  </a:lnTo>
                  <a:lnTo>
                    <a:pt x="51816" y="116954"/>
                  </a:lnTo>
                  <a:lnTo>
                    <a:pt x="47002" y="121025"/>
                  </a:lnTo>
                  <a:lnTo>
                    <a:pt x="42494" y="125120"/>
                  </a:lnTo>
                  <a:lnTo>
                    <a:pt x="42621" y="125006"/>
                  </a:lnTo>
                  <a:lnTo>
                    <a:pt x="38377" y="129125"/>
                  </a:lnTo>
                  <a:lnTo>
                    <a:pt x="34366" y="133350"/>
                  </a:lnTo>
                  <a:lnTo>
                    <a:pt x="34506" y="133210"/>
                  </a:lnTo>
                  <a:lnTo>
                    <a:pt x="30807" y="137418"/>
                  </a:lnTo>
                  <a:lnTo>
                    <a:pt x="27437" y="141621"/>
                  </a:lnTo>
                  <a:lnTo>
                    <a:pt x="24300" y="145911"/>
                  </a:lnTo>
                  <a:lnTo>
                    <a:pt x="21563" y="150077"/>
                  </a:lnTo>
                  <a:lnTo>
                    <a:pt x="19056" y="154351"/>
                  </a:lnTo>
                  <a:lnTo>
                    <a:pt x="16764" y="158762"/>
                  </a:lnTo>
                  <a:lnTo>
                    <a:pt x="16891" y="158521"/>
                  </a:lnTo>
                  <a:lnTo>
                    <a:pt x="14932" y="162888"/>
                  </a:lnTo>
                  <a:lnTo>
                    <a:pt x="13236" y="167384"/>
                  </a:lnTo>
                  <a:lnTo>
                    <a:pt x="11916" y="171673"/>
                  </a:lnTo>
                  <a:lnTo>
                    <a:pt x="10886" y="175980"/>
                  </a:lnTo>
                  <a:lnTo>
                    <a:pt x="10123" y="180461"/>
                  </a:lnTo>
                  <a:lnTo>
                    <a:pt x="9687" y="184734"/>
                  </a:lnTo>
                  <a:lnTo>
                    <a:pt x="9531" y="189230"/>
                  </a:lnTo>
                  <a:lnTo>
                    <a:pt x="9687" y="193726"/>
                  </a:lnTo>
                  <a:lnTo>
                    <a:pt x="10123" y="197998"/>
                  </a:lnTo>
                  <a:lnTo>
                    <a:pt x="10886" y="202481"/>
                  </a:lnTo>
                  <a:lnTo>
                    <a:pt x="11916" y="206788"/>
                  </a:lnTo>
                  <a:lnTo>
                    <a:pt x="13236" y="211075"/>
                  </a:lnTo>
                  <a:lnTo>
                    <a:pt x="14932" y="215572"/>
                  </a:lnTo>
                  <a:lnTo>
                    <a:pt x="16891" y="219939"/>
                  </a:lnTo>
                  <a:lnTo>
                    <a:pt x="16764" y="219697"/>
                  </a:lnTo>
                  <a:lnTo>
                    <a:pt x="19056" y="224108"/>
                  </a:lnTo>
                  <a:lnTo>
                    <a:pt x="21563" y="228383"/>
                  </a:lnTo>
                  <a:lnTo>
                    <a:pt x="24302" y="232552"/>
                  </a:lnTo>
                  <a:lnTo>
                    <a:pt x="27437" y="236839"/>
                  </a:lnTo>
                  <a:lnTo>
                    <a:pt x="30807" y="241041"/>
                  </a:lnTo>
                  <a:lnTo>
                    <a:pt x="34506" y="245249"/>
                  </a:lnTo>
                  <a:lnTo>
                    <a:pt x="34366" y="245110"/>
                  </a:lnTo>
                  <a:lnTo>
                    <a:pt x="38372" y="249330"/>
                  </a:lnTo>
                  <a:lnTo>
                    <a:pt x="42621" y="253454"/>
                  </a:lnTo>
                  <a:lnTo>
                    <a:pt x="42494" y="253340"/>
                  </a:lnTo>
                  <a:lnTo>
                    <a:pt x="46996" y="257429"/>
                  </a:lnTo>
                  <a:lnTo>
                    <a:pt x="51816" y="261505"/>
                  </a:lnTo>
                  <a:lnTo>
                    <a:pt x="51701" y="261417"/>
                  </a:lnTo>
                  <a:lnTo>
                    <a:pt x="56820" y="265468"/>
                  </a:lnTo>
                  <a:lnTo>
                    <a:pt x="56705" y="265392"/>
                  </a:lnTo>
                  <a:lnTo>
                    <a:pt x="62078" y="269392"/>
                  </a:lnTo>
                  <a:lnTo>
                    <a:pt x="61963" y="269316"/>
                  </a:lnTo>
                  <a:lnTo>
                    <a:pt x="67570" y="273252"/>
                  </a:lnTo>
                  <a:lnTo>
                    <a:pt x="73355" y="277076"/>
                  </a:lnTo>
                  <a:lnTo>
                    <a:pt x="73253" y="277012"/>
                  </a:lnTo>
                  <a:lnTo>
                    <a:pt x="79362" y="280848"/>
                  </a:lnTo>
                  <a:lnTo>
                    <a:pt x="79273" y="280784"/>
                  </a:lnTo>
                  <a:lnTo>
                    <a:pt x="85596" y="284540"/>
                  </a:lnTo>
                  <a:lnTo>
                    <a:pt x="92126" y="288214"/>
                  </a:lnTo>
                  <a:lnTo>
                    <a:pt x="92037" y="288163"/>
                  </a:lnTo>
                  <a:lnTo>
                    <a:pt x="98857" y="291821"/>
                  </a:lnTo>
                  <a:lnTo>
                    <a:pt x="98768" y="291770"/>
                  </a:lnTo>
                  <a:lnTo>
                    <a:pt x="105722" y="295297"/>
                  </a:lnTo>
                  <a:lnTo>
                    <a:pt x="120472" y="302260"/>
                  </a:lnTo>
                  <a:lnTo>
                    <a:pt x="120320" y="302184"/>
                  </a:lnTo>
                  <a:lnTo>
                    <a:pt x="135856" y="308842"/>
                  </a:lnTo>
                  <a:lnTo>
                    <a:pt x="152255" y="315210"/>
                  </a:lnTo>
                  <a:lnTo>
                    <a:pt x="169456" y="321284"/>
                  </a:lnTo>
                  <a:lnTo>
                    <a:pt x="169316" y="321246"/>
                  </a:lnTo>
                  <a:lnTo>
                    <a:pt x="187351" y="327025"/>
                  </a:lnTo>
                  <a:lnTo>
                    <a:pt x="206070" y="332473"/>
                  </a:lnTo>
                  <a:lnTo>
                    <a:pt x="205956" y="332448"/>
                  </a:lnTo>
                  <a:lnTo>
                    <a:pt x="225406" y="337577"/>
                  </a:lnTo>
                  <a:lnTo>
                    <a:pt x="245554" y="342354"/>
                  </a:lnTo>
                  <a:lnTo>
                    <a:pt x="245453" y="342328"/>
                  </a:lnTo>
                  <a:lnTo>
                    <a:pt x="266293" y="346773"/>
                  </a:lnTo>
                  <a:lnTo>
                    <a:pt x="266192" y="346761"/>
                  </a:lnTo>
                  <a:lnTo>
                    <a:pt x="287655" y="350825"/>
                  </a:lnTo>
                  <a:lnTo>
                    <a:pt x="287553" y="350812"/>
                  </a:lnTo>
                  <a:lnTo>
                    <a:pt x="309613" y="354508"/>
                  </a:lnTo>
                  <a:lnTo>
                    <a:pt x="309512" y="354495"/>
                  </a:lnTo>
                  <a:lnTo>
                    <a:pt x="332118" y="357797"/>
                  </a:lnTo>
                  <a:lnTo>
                    <a:pt x="332016" y="357784"/>
                  </a:lnTo>
                  <a:lnTo>
                    <a:pt x="355155" y="360680"/>
                  </a:lnTo>
                  <a:lnTo>
                    <a:pt x="355054" y="360667"/>
                  </a:lnTo>
                  <a:lnTo>
                    <a:pt x="378689" y="363157"/>
                  </a:lnTo>
                  <a:lnTo>
                    <a:pt x="378587" y="363144"/>
                  </a:lnTo>
                  <a:lnTo>
                    <a:pt x="402679" y="365201"/>
                  </a:lnTo>
                  <a:lnTo>
                    <a:pt x="402590" y="365201"/>
                  </a:lnTo>
                  <a:lnTo>
                    <a:pt x="427101" y="366814"/>
                  </a:lnTo>
                  <a:lnTo>
                    <a:pt x="427012" y="366814"/>
                  </a:lnTo>
                  <a:lnTo>
                    <a:pt x="451929" y="367982"/>
                  </a:lnTo>
                  <a:lnTo>
                    <a:pt x="451841" y="367982"/>
                  </a:lnTo>
                  <a:lnTo>
                    <a:pt x="477114" y="368693"/>
                  </a:lnTo>
                  <a:lnTo>
                    <a:pt x="477050" y="368693"/>
                  </a:lnTo>
                  <a:lnTo>
                    <a:pt x="489826" y="368871"/>
                  </a:lnTo>
                  <a:lnTo>
                    <a:pt x="489776" y="368871"/>
                  </a:lnTo>
                  <a:lnTo>
                    <a:pt x="502603" y="368935"/>
                  </a:lnTo>
                  <a:lnTo>
                    <a:pt x="502603" y="378460"/>
                  </a:lnTo>
                  <a:lnTo>
                    <a:pt x="502602" y="378460"/>
                  </a:lnTo>
                  <a:lnTo>
                    <a:pt x="489712" y="378396"/>
                  </a:lnTo>
                  <a:lnTo>
                    <a:pt x="476885" y="378218"/>
                  </a:lnTo>
                  <a:lnTo>
                    <a:pt x="451523" y="377507"/>
                  </a:lnTo>
                  <a:lnTo>
                    <a:pt x="426517" y="376326"/>
                  </a:lnTo>
                  <a:lnTo>
                    <a:pt x="401904" y="374701"/>
                  </a:lnTo>
                  <a:lnTo>
                    <a:pt x="377736" y="372630"/>
                  </a:lnTo>
                  <a:lnTo>
                    <a:pt x="354013" y="370141"/>
                  </a:lnTo>
                  <a:lnTo>
                    <a:pt x="330784" y="367220"/>
                  </a:lnTo>
                  <a:lnTo>
                    <a:pt x="308089" y="363906"/>
                  </a:lnTo>
                  <a:lnTo>
                    <a:pt x="285928" y="360197"/>
                  </a:lnTo>
                  <a:lnTo>
                    <a:pt x="264363" y="356108"/>
                  </a:lnTo>
                  <a:lnTo>
                    <a:pt x="243408" y="351637"/>
                  </a:lnTo>
                  <a:lnTo>
                    <a:pt x="223101" y="346811"/>
                  </a:lnTo>
                  <a:lnTo>
                    <a:pt x="203467" y="341643"/>
                  </a:lnTo>
                  <a:lnTo>
                    <a:pt x="184531" y="336131"/>
                  </a:lnTo>
                  <a:lnTo>
                    <a:pt x="166345" y="330289"/>
                  </a:lnTo>
                  <a:lnTo>
                    <a:pt x="148920" y="324129"/>
                  </a:lnTo>
                  <a:lnTo>
                    <a:pt x="132296" y="317678"/>
                  </a:lnTo>
                  <a:lnTo>
                    <a:pt x="116497" y="310909"/>
                  </a:lnTo>
                  <a:lnTo>
                    <a:pt x="101574" y="303873"/>
                  </a:lnTo>
                  <a:lnTo>
                    <a:pt x="94412" y="300241"/>
                  </a:lnTo>
                  <a:lnTo>
                    <a:pt x="87490" y="296545"/>
                  </a:lnTo>
                  <a:lnTo>
                    <a:pt x="80810" y="292786"/>
                  </a:lnTo>
                  <a:lnTo>
                    <a:pt x="74358" y="288950"/>
                  </a:lnTo>
                  <a:lnTo>
                    <a:pt x="68135" y="285051"/>
                  </a:lnTo>
                  <a:lnTo>
                    <a:pt x="62166" y="281089"/>
                  </a:lnTo>
                  <a:lnTo>
                    <a:pt x="56439" y="277063"/>
                  </a:lnTo>
                  <a:lnTo>
                    <a:pt x="50952" y="272974"/>
                  </a:lnTo>
                  <a:lnTo>
                    <a:pt x="45720" y="268834"/>
                  </a:lnTo>
                  <a:lnTo>
                    <a:pt x="40741" y="264617"/>
                  </a:lnTo>
                  <a:lnTo>
                    <a:pt x="36030" y="260337"/>
                  </a:lnTo>
                  <a:lnTo>
                    <a:pt x="31585" y="256006"/>
                  </a:lnTo>
                  <a:lnTo>
                    <a:pt x="27406" y="251599"/>
                  </a:lnTo>
                  <a:lnTo>
                    <a:pt x="23495" y="247142"/>
                  </a:lnTo>
                  <a:lnTo>
                    <a:pt x="19863" y="242633"/>
                  </a:lnTo>
                  <a:lnTo>
                    <a:pt x="16523" y="238049"/>
                  </a:lnTo>
                  <a:lnTo>
                    <a:pt x="13462" y="233413"/>
                  </a:lnTo>
                  <a:lnTo>
                    <a:pt x="10706" y="228714"/>
                  </a:lnTo>
                  <a:lnTo>
                    <a:pt x="8242" y="223952"/>
                  </a:lnTo>
                  <a:lnTo>
                    <a:pt x="6096" y="219138"/>
                  </a:lnTo>
                  <a:lnTo>
                    <a:pt x="4254" y="214274"/>
                  </a:lnTo>
                  <a:lnTo>
                    <a:pt x="2743" y="209347"/>
                  </a:lnTo>
                  <a:lnTo>
                    <a:pt x="1549" y="204381"/>
                  </a:lnTo>
                  <a:lnTo>
                    <a:pt x="686" y="199365"/>
                  </a:lnTo>
                  <a:lnTo>
                    <a:pt x="165" y="194310"/>
                  </a:lnTo>
                  <a:lnTo>
                    <a:pt x="0" y="189230"/>
                  </a:lnTo>
                  <a:lnTo>
                    <a:pt x="165" y="184150"/>
                  </a:lnTo>
                  <a:lnTo>
                    <a:pt x="686" y="179095"/>
                  </a:lnTo>
                  <a:lnTo>
                    <a:pt x="1549" y="174079"/>
                  </a:lnTo>
                  <a:lnTo>
                    <a:pt x="2743" y="169113"/>
                  </a:lnTo>
                  <a:lnTo>
                    <a:pt x="4254" y="164185"/>
                  </a:lnTo>
                  <a:lnTo>
                    <a:pt x="6096" y="159321"/>
                  </a:lnTo>
                  <a:lnTo>
                    <a:pt x="8242" y="154508"/>
                  </a:lnTo>
                  <a:lnTo>
                    <a:pt x="10706" y="149746"/>
                  </a:lnTo>
                  <a:lnTo>
                    <a:pt x="13462" y="145047"/>
                  </a:lnTo>
                  <a:lnTo>
                    <a:pt x="16523" y="140411"/>
                  </a:lnTo>
                  <a:lnTo>
                    <a:pt x="19863" y="135839"/>
                  </a:lnTo>
                  <a:lnTo>
                    <a:pt x="23495" y="131318"/>
                  </a:lnTo>
                  <a:lnTo>
                    <a:pt x="27406" y="126860"/>
                  </a:lnTo>
                  <a:lnTo>
                    <a:pt x="31585" y="122453"/>
                  </a:lnTo>
                  <a:lnTo>
                    <a:pt x="36030" y="118123"/>
                  </a:lnTo>
                  <a:lnTo>
                    <a:pt x="40741" y="113843"/>
                  </a:lnTo>
                  <a:lnTo>
                    <a:pt x="45720" y="109626"/>
                  </a:lnTo>
                  <a:lnTo>
                    <a:pt x="50952" y="105486"/>
                  </a:lnTo>
                  <a:lnTo>
                    <a:pt x="56439" y="101397"/>
                  </a:lnTo>
                  <a:lnTo>
                    <a:pt x="62166" y="97371"/>
                  </a:lnTo>
                  <a:lnTo>
                    <a:pt x="68135" y="93408"/>
                  </a:lnTo>
                  <a:lnTo>
                    <a:pt x="74358" y="89509"/>
                  </a:lnTo>
                  <a:lnTo>
                    <a:pt x="80810" y="85687"/>
                  </a:lnTo>
                  <a:lnTo>
                    <a:pt x="87490" y="81915"/>
                  </a:lnTo>
                  <a:lnTo>
                    <a:pt x="94412" y="78219"/>
                  </a:lnTo>
                  <a:lnTo>
                    <a:pt x="101574" y="74587"/>
                  </a:lnTo>
                  <a:lnTo>
                    <a:pt x="116497" y="67551"/>
                  </a:lnTo>
                  <a:lnTo>
                    <a:pt x="132296" y="60782"/>
                  </a:lnTo>
                  <a:lnTo>
                    <a:pt x="148920" y="54330"/>
                  </a:lnTo>
                  <a:lnTo>
                    <a:pt x="166345" y="48171"/>
                  </a:lnTo>
                  <a:lnTo>
                    <a:pt x="184531" y="42329"/>
                  </a:lnTo>
                  <a:lnTo>
                    <a:pt x="203467" y="36817"/>
                  </a:lnTo>
                  <a:lnTo>
                    <a:pt x="223101" y="31648"/>
                  </a:lnTo>
                  <a:lnTo>
                    <a:pt x="243408" y="26822"/>
                  </a:lnTo>
                  <a:lnTo>
                    <a:pt x="264363" y="22352"/>
                  </a:lnTo>
                  <a:lnTo>
                    <a:pt x="285928" y="18262"/>
                  </a:lnTo>
                  <a:lnTo>
                    <a:pt x="308089" y="14554"/>
                  </a:lnTo>
                  <a:lnTo>
                    <a:pt x="330784" y="11239"/>
                  </a:lnTo>
                  <a:lnTo>
                    <a:pt x="354013" y="8318"/>
                  </a:lnTo>
                  <a:lnTo>
                    <a:pt x="377736" y="5829"/>
                  </a:lnTo>
                  <a:lnTo>
                    <a:pt x="401904" y="3759"/>
                  </a:lnTo>
                  <a:lnTo>
                    <a:pt x="426517" y="2134"/>
                  </a:lnTo>
                  <a:lnTo>
                    <a:pt x="451523" y="952"/>
                  </a:lnTo>
                  <a:lnTo>
                    <a:pt x="476885" y="241"/>
                  </a:lnTo>
                  <a:lnTo>
                    <a:pt x="489712" y="63"/>
                  </a:lnTo>
                  <a:lnTo>
                    <a:pt x="502602"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7" name="Shape 1382"/>
            <p:cNvSpPr/>
            <p:nvPr/>
          </p:nvSpPr>
          <p:spPr>
            <a:xfrm>
              <a:off x="3873183" y="10795"/>
              <a:ext cx="502602" cy="378460"/>
            </a:xfrm>
            <a:custGeom>
              <a:avLst/>
              <a:gdLst/>
              <a:ahLst/>
              <a:cxnLst/>
              <a:rect l="0" t="0" r="0" b="0"/>
              <a:pathLst>
                <a:path w="502602" h="378460">
                  <a:moveTo>
                    <a:pt x="0" y="0"/>
                  </a:moveTo>
                  <a:lnTo>
                    <a:pt x="12890" y="63"/>
                  </a:lnTo>
                  <a:lnTo>
                    <a:pt x="25717" y="241"/>
                  </a:lnTo>
                  <a:lnTo>
                    <a:pt x="51079" y="952"/>
                  </a:lnTo>
                  <a:lnTo>
                    <a:pt x="76085" y="2134"/>
                  </a:lnTo>
                  <a:lnTo>
                    <a:pt x="100698" y="3759"/>
                  </a:lnTo>
                  <a:lnTo>
                    <a:pt x="124866" y="5829"/>
                  </a:lnTo>
                  <a:lnTo>
                    <a:pt x="148590" y="8318"/>
                  </a:lnTo>
                  <a:lnTo>
                    <a:pt x="171818" y="11239"/>
                  </a:lnTo>
                  <a:lnTo>
                    <a:pt x="194513" y="14554"/>
                  </a:lnTo>
                  <a:lnTo>
                    <a:pt x="216674" y="18262"/>
                  </a:lnTo>
                  <a:lnTo>
                    <a:pt x="238239" y="22352"/>
                  </a:lnTo>
                  <a:lnTo>
                    <a:pt x="259194" y="26822"/>
                  </a:lnTo>
                  <a:lnTo>
                    <a:pt x="279501" y="31648"/>
                  </a:lnTo>
                  <a:lnTo>
                    <a:pt x="299136" y="36817"/>
                  </a:lnTo>
                  <a:lnTo>
                    <a:pt x="318071" y="42329"/>
                  </a:lnTo>
                  <a:lnTo>
                    <a:pt x="336258" y="48171"/>
                  </a:lnTo>
                  <a:lnTo>
                    <a:pt x="353682" y="54330"/>
                  </a:lnTo>
                  <a:lnTo>
                    <a:pt x="370306" y="60782"/>
                  </a:lnTo>
                  <a:lnTo>
                    <a:pt x="386105" y="67551"/>
                  </a:lnTo>
                  <a:lnTo>
                    <a:pt x="401027" y="74587"/>
                  </a:lnTo>
                  <a:lnTo>
                    <a:pt x="408190" y="78219"/>
                  </a:lnTo>
                  <a:lnTo>
                    <a:pt x="415112" y="81915"/>
                  </a:lnTo>
                  <a:lnTo>
                    <a:pt x="421792" y="85687"/>
                  </a:lnTo>
                  <a:lnTo>
                    <a:pt x="428244" y="89509"/>
                  </a:lnTo>
                  <a:lnTo>
                    <a:pt x="434467" y="93408"/>
                  </a:lnTo>
                  <a:lnTo>
                    <a:pt x="440436" y="97371"/>
                  </a:lnTo>
                  <a:lnTo>
                    <a:pt x="446163" y="101397"/>
                  </a:lnTo>
                  <a:lnTo>
                    <a:pt x="451650" y="105486"/>
                  </a:lnTo>
                  <a:lnTo>
                    <a:pt x="456882" y="109626"/>
                  </a:lnTo>
                  <a:lnTo>
                    <a:pt x="461861" y="113843"/>
                  </a:lnTo>
                  <a:lnTo>
                    <a:pt x="466572" y="118123"/>
                  </a:lnTo>
                  <a:lnTo>
                    <a:pt x="471017" y="122453"/>
                  </a:lnTo>
                  <a:lnTo>
                    <a:pt x="475195" y="126860"/>
                  </a:lnTo>
                  <a:lnTo>
                    <a:pt x="479107" y="131318"/>
                  </a:lnTo>
                  <a:lnTo>
                    <a:pt x="482740" y="135839"/>
                  </a:lnTo>
                  <a:lnTo>
                    <a:pt x="486080" y="140411"/>
                  </a:lnTo>
                  <a:lnTo>
                    <a:pt x="489140" y="145047"/>
                  </a:lnTo>
                  <a:lnTo>
                    <a:pt x="491896" y="149746"/>
                  </a:lnTo>
                  <a:lnTo>
                    <a:pt x="494360" y="154508"/>
                  </a:lnTo>
                  <a:lnTo>
                    <a:pt x="496506" y="159321"/>
                  </a:lnTo>
                  <a:lnTo>
                    <a:pt x="498348" y="164185"/>
                  </a:lnTo>
                  <a:lnTo>
                    <a:pt x="499859" y="169113"/>
                  </a:lnTo>
                  <a:lnTo>
                    <a:pt x="501053" y="174079"/>
                  </a:lnTo>
                  <a:lnTo>
                    <a:pt x="501916" y="179095"/>
                  </a:lnTo>
                  <a:lnTo>
                    <a:pt x="502437" y="184150"/>
                  </a:lnTo>
                  <a:lnTo>
                    <a:pt x="502602" y="189230"/>
                  </a:lnTo>
                  <a:lnTo>
                    <a:pt x="502437" y="194310"/>
                  </a:lnTo>
                  <a:lnTo>
                    <a:pt x="501916" y="199365"/>
                  </a:lnTo>
                  <a:lnTo>
                    <a:pt x="501053" y="204381"/>
                  </a:lnTo>
                  <a:lnTo>
                    <a:pt x="499859" y="209347"/>
                  </a:lnTo>
                  <a:lnTo>
                    <a:pt x="498348" y="214274"/>
                  </a:lnTo>
                  <a:lnTo>
                    <a:pt x="496506" y="219138"/>
                  </a:lnTo>
                  <a:lnTo>
                    <a:pt x="494360" y="223952"/>
                  </a:lnTo>
                  <a:lnTo>
                    <a:pt x="491896" y="228714"/>
                  </a:lnTo>
                  <a:lnTo>
                    <a:pt x="489140" y="233413"/>
                  </a:lnTo>
                  <a:lnTo>
                    <a:pt x="486080" y="238049"/>
                  </a:lnTo>
                  <a:lnTo>
                    <a:pt x="482740" y="242633"/>
                  </a:lnTo>
                  <a:lnTo>
                    <a:pt x="479107" y="247142"/>
                  </a:lnTo>
                  <a:lnTo>
                    <a:pt x="475195" y="251599"/>
                  </a:lnTo>
                  <a:lnTo>
                    <a:pt x="471017" y="256006"/>
                  </a:lnTo>
                  <a:lnTo>
                    <a:pt x="466572" y="260337"/>
                  </a:lnTo>
                  <a:lnTo>
                    <a:pt x="461861" y="264617"/>
                  </a:lnTo>
                  <a:lnTo>
                    <a:pt x="456882" y="268834"/>
                  </a:lnTo>
                  <a:lnTo>
                    <a:pt x="451650" y="272974"/>
                  </a:lnTo>
                  <a:lnTo>
                    <a:pt x="446163" y="277063"/>
                  </a:lnTo>
                  <a:lnTo>
                    <a:pt x="440436" y="281089"/>
                  </a:lnTo>
                  <a:lnTo>
                    <a:pt x="434467" y="285051"/>
                  </a:lnTo>
                  <a:lnTo>
                    <a:pt x="428244" y="288950"/>
                  </a:lnTo>
                  <a:lnTo>
                    <a:pt x="421792" y="292786"/>
                  </a:lnTo>
                  <a:lnTo>
                    <a:pt x="415112" y="296545"/>
                  </a:lnTo>
                  <a:lnTo>
                    <a:pt x="408190" y="300241"/>
                  </a:lnTo>
                  <a:lnTo>
                    <a:pt x="401027" y="303873"/>
                  </a:lnTo>
                  <a:lnTo>
                    <a:pt x="386105" y="310909"/>
                  </a:lnTo>
                  <a:lnTo>
                    <a:pt x="370306" y="317678"/>
                  </a:lnTo>
                  <a:lnTo>
                    <a:pt x="353682" y="324129"/>
                  </a:lnTo>
                  <a:lnTo>
                    <a:pt x="336258" y="330289"/>
                  </a:lnTo>
                  <a:lnTo>
                    <a:pt x="318071" y="336131"/>
                  </a:lnTo>
                  <a:lnTo>
                    <a:pt x="299136" y="341643"/>
                  </a:lnTo>
                  <a:lnTo>
                    <a:pt x="279501" y="346811"/>
                  </a:lnTo>
                  <a:lnTo>
                    <a:pt x="259194" y="351637"/>
                  </a:lnTo>
                  <a:lnTo>
                    <a:pt x="238239" y="356108"/>
                  </a:lnTo>
                  <a:lnTo>
                    <a:pt x="216674" y="360197"/>
                  </a:lnTo>
                  <a:lnTo>
                    <a:pt x="194513" y="363906"/>
                  </a:lnTo>
                  <a:lnTo>
                    <a:pt x="171818" y="367220"/>
                  </a:lnTo>
                  <a:lnTo>
                    <a:pt x="148590" y="370141"/>
                  </a:lnTo>
                  <a:lnTo>
                    <a:pt x="124866" y="372630"/>
                  </a:lnTo>
                  <a:lnTo>
                    <a:pt x="100698" y="374701"/>
                  </a:lnTo>
                  <a:lnTo>
                    <a:pt x="76085" y="376326"/>
                  </a:lnTo>
                  <a:lnTo>
                    <a:pt x="51079" y="377507"/>
                  </a:lnTo>
                  <a:lnTo>
                    <a:pt x="25717" y="378218"/>
                  </a:lnTo>
                  <a:lnTo>
                    <a:pt x="12890" y="378396"/>
                  </a:lnTo>
                  <a:lnTo>
                    <a:pt x="0" y="378460"/>
                  </a:lnTo>
                  <a:lnTo>
                    <a:pt x="0" y="368935"/>
                  </a:lnTo>
                  <a:lnTo>
                    <a:pt x="12827" y="368871"/>
                  </a:lnTo>
                  <a:lnTo>
                    <a:pt x="12776" y="368871"/>
                  </a:lnTo>
                  <a:lnTo>
                    <a:pt x="25552" y="368693"/>
                  </a:lnTo>
                  <a:lnTo>
                    <a:pt x="25489" y="368693"/>
                  </a:lnTo>
                  <a:lnTo>
                    <a:pt x="50762" y="367982"/>
                  </a:lnTo>
                  <a:lnTo>
                    <a:pt x="50673" y="367982"/>
                  </a:lnTo>
                  <a:lnTo>
                    <a:pt x="75590" y="366814"/>
                  </a:lnTo>
                  <a:lnTo>
                    <a:pt x="75501" y="366814"/>
                  </a:lnTo>
                  <a:lnTo>
                    <a:pt x="100012" y="365201"/>
                  </a:lnTo>
                  <a:lnTo>
                    <a:pt x="99923" y="365201"/>
                  </a:lnTo>
                  <a:lnTo>
                    <a:pt x="124015" y="363144"/>
                  </a:lnTo>
                  <a:lnTo>
                    <a:pt x="123914" y="363157"/>
                  </a:lnTo>
                  <a:lnTo>
                    <a:pt x="147548" y="360667"/>
                  </a:lnTo>
                  <a:lnTo>
                    <a:pt x="147447" y="360680"/>
                  </a:lnTo>
                  <a:lnTo>
                    <a:pt x="170586" y="357784"/>
                  </a:lnTo>
                  <a:lnTo>
                    <a:pt x="170485" y="357797"/>
                  </a:lnTo>
                  <a:lnTo>
                    <a:pt x="193091" y="354495"/>
                  </a:lnTo>
                  <a:lnTo>
                    <a:pt x="192989" y="354508"/>
                  </a:lnTo>
                  <a:lnTo>
                    <a:pt x="215049" y="350812"/>
                  </a:lnTo>
                  <a:lnTo>
                    <a:pt x="214947" y="350825"/>
                  </a:lnTo>
                  <a:lnTo>
                    <a:pt x="236410" y="346761"/>
                  </a:lnTo>
                  <a:lnTo>
                    <a:pt x="236308" y="346773"/>
                  </a:lnTo>
                  <a:lnTo>
                    <a:pt x="257149" y="342328"/>
                  </a:lnTo>
                  <a:lnTo>
                    <a:pt x="257048" y="342354"/>
                  </a:lnTo>
                  <a:lnTo>
                    <a:pt x="277192" y="337577"/>
                  </a:lnTo>
                  <a:lnTo>
                    <a:pt x="296646" y="332448"/>
                  </a:lnTo>
                  <a:lnTo>
                    <a:pt x="296532" y="332473"/>
                  </a:lnTo>
                  <a:lnTo>
                    <a:pt x="315247" y="327027"/>
                  </a:lnTo>
                  <a:lnTo>
                    <a:pt x="333286" y="321246"/>
                  </a:lnTo>
                  <a:lnTo>
                    <a:pt x="333146" y="321284"/>
                  </a:lnTo>
                  <a:lnTo>
                    <a:pt x="350346" y="315210"/>
                  </a:lnTo>
                  <a:lnTo>
                    <a:pt x="366746" y="308842"/>
                  </a:lnTo>
                  <a:lnTo>
                    <a:pt x="382282" y="302184"/>
                  </a:lnTo>
                  <a:lnTo>
                    <a:pt x="382130" y="302260"/>
                  </a:lnTo>
                  <a:lnTo>
                    <a:pt x="396874" y="295300"/>
                  </a:lnTo>
                  <a:lnTo>
                    <a:pt x="403834" y="291770"/>
                  </a:lnTo>
                  <a:lnTo>
                    <a:pt x="403746" y="291821"/>
                  </a:lnTo>
                  <a:lnTo>
                    <a:pt x="410565" y="288163"/>
                  </a:lnTo>
                  <a:lnTo>
                    <a:pt x="410477" y="288214"/>
                  </a:lnTo>
                  <a:lnTo>
                    <a:pt x="417006" y="284540"/>
                  </a:lnTo>
                  <a:lnTo>
                    <a:pt x="423329" y="280784"/>
                  </a:lnTo>
                  <a:lnTo>
                    <a:pt x="423240" y="280848"/>
                  </a:lnTo>
                  <a:lnTo>
                    <a:pt x="429349" y="277012"/>
                  </a:lnTo>
                  <a:lnTo>
                    <a:pt x="429247" y="277076"/>
                  </a:lnTo>
                  <a:lnTo>
                    <a:pt x="435038" y="273248"/>
                  </a:lnTo>
                  <a:lnTo>
                    <a:pt x="440639" y="269316"/>
                  </a:lnTo>
                  <a:lnTo>
                    <a:pt x="440525" y="269392"/>
                  </a:lnTo>
                  <a:lnTo>
                    <a:pt x="445897" y="265392"/>
                  </a:lnTo>
                  <a:lnTo>
                    <a:pt x="445782" y="265468"/>
                  </a:lnTo>
                  <a:lnTo>
                    <a:pt x="450900" y="261417"/>
                  </a:lnTo>
                  <a:lnTo>
                    <a:pt x="450786" y="261505"/>
                  </a:lnTo>
                  <a:lnTo>
                    <a:pt x="455607" y="257430"/>
                  </a:lnTo>
                  <a:lnTo>
                    <a:pt x="460108" y="253340"/>
                  </a:lnTo>
                  <a:lnTo>
                    <a:pt x="459981" y="253454"/>
                  </a:lnTo>
                  <a:lnTo>
                    <a:pt x="464234" y="249325"/>
                  </a:lnTo>
                  <a:lnTo>
                    <a:pt x="468236" y="245110"/>
                  </a:lnTo>
                  <a:lnTo>
                    <a:pt x="468096" y="245249"/>
                  </a:lnTo>
                  <a:lnTo>
                    <a:pt x="471800" y="241037"/>
                  </a:lnTo>
                  <a:lnTo>
                    <a:pt x="475161" y="236844"/>
                  </a:lnTo>
                  <a:lnTo>
                    <a:pt x="478303" y="232547"/>
                  </a:lnTo>
                  <a:lnTo>
                    <a:pt x="481043" y="228378"/>
                  </a:lnTo>
                  <a:lnTo>
                    <a:pt x="483543" y="224114"/>
                  </a:lnTo>
                  <a:lnTo>
                    <a:pt x="485838" y="219697"/>
                  </a:lnTo>
                  <a:lnTo>
                    <a:pt x="485711" y="219939"/>
                  </a:lnTo>
                  <a:lnTo>
                    <a:pt x="487746" y="215402"/>
                  </a:lnTo>
                  <a:lnTo>
                    <a:pt x="489366" y="211077"/>
                  </a:lnTo>
                  <a:lnTo>
                    <a:pt x="490686" y="206788"/>
                  </a:lnTo>
                  <a:lnTo>
                    <a:pt x="491716" y="202481"/>
                  </a:lnTo>
                  <a:lnTo>
                    <a:pt x="492479" y="197998"/>
                  </a:lnTo>
                  <a:lnTo>
                    <a:pt x="492916" y="193720"/>
                  </a:lnTo>
                  <a:lnTo>
                    <a:pt x="493071" y="189230"/>
                  </a:lnTo>
                  <a:lnTo>
                    <a:pt x="492916" y="184740"/>
                  </a:lnTo>
                  <a:lnTo>
                    <a:pt x="492479" y="180461"/>
                  </a:lnTo>
                  <a:lnTo>
                    <a:pt x="491716" y="175980"/>
                  </a:lnTo>
                  <a:lnTo>
                    <a:pt x="490686" y="171673"/>
                  </a:lnTo>
                  <a:lnTo>
                    <a:pt x="489366" y="167382"/>
                  </a:lnTo>
                  <a:lnTo>
                    <a:pt x="487746" y="163058"/>
                  </a:lnTo>
                  <a:lnTo>
                    <a:pt x="485711" y="158521"/>
                  </a:lnTo>
                  <a:lnTo>
                    <a:pt x="485838" y="158762"/>
                  </a:lnTo>
                  <a:lnTo>
                    <a:pt x="483543" y="154346"/>
                  </a:lnTo>
                  <a:lnTo>
                    <a:pt x="481043" y="150082"/>
                  </a:lnTo>
                  <a:lnTo>
                    <a:pt x="478305" y="145916"/>
                  </a:lnTo>
                  <a:lnTo>
                    <a:pt x="475161" y="141616"/>
                  </a:lnTo>
                  <a:lnTo>
                    <a:pt x="471800" y="137423"/>
                  </a:lnTo>
                  <a:lnTo>
                    <a:pt x="468096" y="133210"/>
                  </a:lnTo>
                  <a:lnTo>
                    <a:pt x="468236" y="133350"/>
                  </a:lnTo>
                  <a:lnTo>
                    <a:pt x="464230" y="129130"/>
                  </a:lnTo>
                  <a:lnTo>
                    <a:pt x="459981" y="125006"/>
                  </a:lnTo>
                  <a:lnTo>
                    <a:pt x="460108" y="125120"/>
                  </a:lnTo>
                  <a:lnTo>
                    <a:pt x="455601" y="121025"/>
                  </a:lnTo>
                  <a:lnTo>
                    <a:pt x="450786" y="116954"/>
                  </a:lnTo>
                  <a:lnTo>
                    <a:pt x="450900" y="117043"/>
                  </a:lnTo>
                  <a:lnTo>
                    <a:pt x="445782" y="112992"/>
                  </a:lnTo>
                  <a:lnTo>
                    <a:pt x="445897" y="113068"/>
                  </a:lnTo>
                  <a:lnTo>
                    <a:pt x="440525" y="109067"/>
                  </a:lnTo>
                  <a:lnTo>
                    <a:pt x="440639" y="109144"/>
                  </a:lnTo>
                  <a:lnTo>
                    <a:pt x="435038" y="105212"/>
                  </a:lnTo>
                  <a:lnTo>
                    <a:pt x="429247" y="101384"/>
                  </a:lnTo>
                  <a:lnTo>
                    <a:pt x="429349" y="101447"/>
                  </a:lnTo>
                  <a:lnTo>
                    <a:pt x="423240" y="97612"/>
                  </a:lnTo>
                  <a:lnTo>
                    <a:pt x="423329" y="97675"/>
                  </a:lnTo>
                  <a:lnTo>
                    <a:pt x="417006" y="93919"/>
                  </a:lnTo>
                  <a:lnTo>
                    <a:pt x="410477" y="90246"/>
                  </a:lnTo>
                  <a:lnTo>
                    <a:pt x="410565" y="90297"/>
                  </a:lnTo>
                  <a:lnTo>
                    <a:pt x="403746" y="86639"/>
                  </a:lnTo>
                  <a:lnTo>
                    <a:pt x="403834" y="86690"/>
                  </a:lnTo>
                  <a:lnTo>
                    <a:pt x="396874" y="83160"/>
                  </a:lnTo>
                  <a:lnTo>
                    <a:pt x="382130" y="76200"/>
                  </a:lnTo>
                  <a:lnTo>
                    <a:pt x="382282" y="76276"/>
                  </a:lnTo>
                  <a:lnTo>
                    <a:pt x="366746" y="69617"/>
                  </a:lnTo>
                  <a:lnTo>
                    <a:pt x="350357" y="63254"/>
                  </a:lnTo>
                  <a:lnTo>
                    <a:pt x="333146" y="57175"/>
                  </a:lnTo>
                  <a:lnTo>
                    <a:pt x="333286" y="57213"/>
                  </a:lnTo>
                  <a:lnTo>
                    <a:pt x="315261" y="51437"/>
                  </a:lnTo>
                  <a:lnTo>
                    <a:pt x="296532" y="45987"/>
                  </a:lnTo>
                  <a:lnTo>
                    <a:pt x="296646" y="46012"/>
                  </a:lnTo>
                  <a:lnTo>
                    <a:pt x="277139" y="40868"/>
                  </a:lnTo>
                  <a:lnTo>
                    <a:pt x="277241" y="40906"/>
                  </a:lnTo>
                  <a:lnTo>
                    <a:pt x="257048" y="36106"/>
                  </a:lnTo>
                  <a:lnTo>
                    <a:pt x="257149" y="36132"/>
                  </a:lnTo>
                  <a:lnTo>
                    <a:pt x="236308" y="31686"/>
                  </a:lnTo>
                  <a:lnTo>
                    <a:pt x="236410" y="31712"/>
                  </a:lnTo>
                  <a:lnTo>
                    <a:pt x="214947" y="27635"/>
                  </a:lnTo>
                  <a:lnTo>
                    <a:pt x="215049" y="27648"/>
                  </a:lnTo>
                  <a:lnTo>
                    <a:pt x="192989" y="23952"/>
                  </a:lnTo>
                  <a:lnTo>
                    <a:pt x="193091" y="23978"/>
                  </a:lnTo>
                  <a:lnTo>
                    <a:pt x="170488" y="20663"/>
                  </a:lnTo>
                  <a:lnTo>
                    <a:pt x="147447" y="17780"/>
                  </a:lnTo>
                  <a:lnTo>
                    <a:pt x="147548" y="17793"/>
                  </a:lnTo>
                  <a:lnTo>
                    <a:pt x="123914" y="15303"/>
                  </a:lnTo>
                  <a:lnTo>
                    <a:pt x="124015" y="15316"/>
                  </a:lnTo>
                  <a:lnTo>
                    <a:pt x="99923" y="13258"/>
                  </a:lnTo>
                  <a:lnTo>
                    <a:pt x="100012" y="13258"/>
                  </a:lnTo>
                  <a:lnTo>
                    <a:pt x="75501" y="11646"/>
                  </a:lnTo>
                  <a:lnTo>
                    <a:pt x="75590" y="11646"/>
                  </a:lnTo>
                  <a:lnTo>
                    <a:pt x="50673" y="10477"/>
                  </a:lnTo>
                  <a:lnTo>
                    <a:pt x="50762" y="10477"/>
                  </a:lnTo>
                  <a:lnTo>
                    <a:pt x="25489" y="9766"/>
                  </a:lnTo>
                  <a:lnTo>
                    <a:pt x="25552" y="9766"/>
                  </a:lnTo>
                  <a:lnTo>
                    <a:pt x="12776" y="9588"/>
                  </a:lnTo>
                  <a:lnTo>
                    <a:pt x="12827" y="9588"/>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58" name="Rectangle 57"/>
            <p:cNvSpPr/>
            <p:nvPr/>
          </p:nvSpPr>
          <p:spPr>
            <a:xfrm>
              <a:off x="3669602" y="140417"/>
              <a:ext cx="495014" cy="237319"/>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View</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59" name="Shape 1384"/>
            <p:cNvSpPr/>
            <p:nvPr/>
          </p:nvSpPr>
          <p:spPr>
            <a:xfrm>
              <a:off x="4800282" y="0"/>
              <a:ext cx="1438275" cy="10160"/>
            </a:xfrm>
            <a:custGeom>
              <a:avLst/>
              <a:gdLst/>
              <a:ahLst/>
              <a:cxnLst/>
              <a:rect l="0" t="0" r="0" b="0"/>
              <a:pathLst>
                <a:path w="1438275" h="10160">
                  <a:moveTo>
                    <a:pt x="0" y="0"/>
                  </a:moveTo>
                  <a:lnTo>
                    <a:pt x="1438275" y="635"/>
                  </a:lnTo>
                  <a:lnTo>
                    <a:pt x="1438275" y="10160"/>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0" name="Shape 1385"/>
            <p:cNvSpPr/>
            <p:nvPr/>
          </p:nvSpPr>
          <p:spPr>
            <a:xfrm>
              <a:off x="4794250" y="15545"/>
              <a:ext cx="10160" cy="367690"/>
            </a:xfrm>
            <a:custGeom>
              <a:avLst/>
              <a:gdLst/>
              <a:ahLst/>
              <a:cxnLst/>
              <a:rect l="0" t="0" r="0" b="0"/>
              <a:pathLst>
                <a:path w="10160" h="367690">
                  <a:moveTo>
                    <a:pt x="9525" y="0"/>
                  </a:moveTo>
                  <a:lnTo>
                    <a:pt x="10160" y="367665"/>
                  </a:lnTo>
                  <a:lnTo>
                    <a:pt x="635" y="367690"/>
                  </a:lnTo>
                  <a:lnTo>
                    <a:pt x="0" y="25"/>
                  </a:lnTo>
                  <a:lnTo>
                    <a:pt x="952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1" name="Shape 11214"/>
            <p:cNvSpPr/>
            <p:nvPr/>
          </p:nvSpPr>
          <p:spPr>
            <a:xfrm>
              <a:off x="4954906" y="15558"/>
              <a:ext cx="9525" cy="367665"/>
            </a:xfrm>
            <a:custGeom>
              <a:avLst/>
              <a:gdLst/>
              <a:ahLst/>
              <a:cxnLst/>
              <a:rect l="0" t="0" r="0" b="0"/>
              <a:pathLst>
                <a:path w="9525" h="367665">
                  <a:moveTo>
                    <a:pt x="0" y="0"/>
                  </a:moveTo>
                  <a:lnTo>
                    <a:pt x="9525" y="0"/>
                  </a:lnTo>
                  <a:lnTo>
                    <a:pt x="9525" y="367665"/>
                  </a:lnTo>
                  <a:lnTo>
                    <a:pt x="0" y="36766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2" name="Shape 1387"/>
            <p:cNvSpPr/>
            <p:nvPr/>
          </p:nvSpPr>
          <p:spPr>
            <a:xfrm>
              <a:off x="2636520" y="1186396"/>
              <a:ext cx="19050" cy="433908"/>
            </a:xfrm>
            <a:custGeom>
              <a:avLst/>
              <a:gdLst/>
              <a:ahLst/>
              <a:cxnLst/>
              <a:rect l="0" t="0" r="0" b="0"/>
              <a:pathLst>
                <a:path w="19050" h="433908">
                  <a:moveTo>
                    <a:pt x="9525" y="0"/>
                  </a:moveTo>
                  <a:lnTo>
                    <a:pt x="19050" y="433705"/>
                  </a:lnTo>
                  <a:lnTo>
                    <a:pt x="9525" y="433908"/>
                  </a:lnTo>
                  <a:lnTo>
                    <a:pt x="0" y="203"/>
                  </a:lnTo>
                  <a:lnTo>
                    <a:pt x="952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3" name="Shape 1388"/>
            <p:cNvSpPr/>
            <p:nvPr/>
          </p:nvSpPr>
          <p:spPr>
            <a:xfrm>
              <a:off x="1152728" y="1185862"/>
              <a:ext cx="76200" cy="434988"/>
            </a:xfrm>
            <a:custGeom>
              <a:avLst/>
              <a:gdLst/>
              <a:ahLst/>
              <a:cxnLst/>
              <a:rect l="0" t="0" r="0" b="0"/>
              <a:pathLst>
                <a:path w="76200" h="434988">
                  <a:moveTo>
                    <a:pt x="38214" y="0"/>
                  </a:moveTo>
                  <a:lnTo>
                    <a:pt x="76200" y="76251"/>
                  </a:lnTo>
                  <a:lnTo>
                    <a:pt x="42860" y="76206"/>
                  </a:lnTo>
                  <a:lnTo>
                    <a:pt x="42342" y="434988"/>
                  </a:lnTo>
                  <a:lnTo>
                    <a:pt x="32817" y="434963"/>
                  </a:lnTo>
                  <a:lnTo>
                    <a:pt x="33335" y="76194"/>
                  </a:lnTo>
                  <a:lnTo>
                    <a:pt x="0" y="76150"/>
                  </a:lnTo>
                  <a:lnTo>
                    <a:pt x="38214"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64" name="Shape 1389"/>
            <p:cNvSpPr/>
            <p:nvPr/>
          </p:nvSpPr>
          <p:spPr>
            <a:xfrm>
              <a:off x="1190307" y="1615440"/>
              <a:ext cx="1460500" cy="10160"/>
            </a:xfrm>
            <a:custGeom>
              <a:avLst/>
              <a:gdLst/>
              <a:ahLst/>
              <a:cxnLst/>
              <a:rect l="0" t="0" r="0" b="0"/>
              <a:pathLst>
                <a:path w="1460500" h="10160">
                  <a:moveTo>
                    <a:pt x="0" y="0"/>
                  </a:moveTo>
                  <a:lnTo>
                    <a:pt x="1460500" y="635"/>
                  </a:lnTo>
                  <a:lnTo>
                    <a:pt x="1460500" y="10160"/>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User(Students)</a:t>
            </a:r>
            <a:endParaRPr lang="en-US" b="1" dirty="0"/>
          </a:p>
        </p:txBody>
      </p:sp>
      <p:grpSp>
        <p:nvGrpSpPr>
          <p:cNvPr id="159" name="Group 158"/>
          <p:cNvGrpSpPr/>
          <p:nvPr/>
        </p:nvGrpSpPr>
        <p:grpSpPr>
          <a:xfrm>
            <a:off x="228600" y="1524000"/>
            <a:ext cx="8610600" cy="4267200"/>
            <a:chOff x="0" y="0"/>
            <a:chExt cx="6556001" cy="2228120"/>
          </a:xfrm>
        </p:grpSpPr>
        <p:sp>
          <p:nvSpPr>
            <p:cNvPr id="160" name="Rectangle 159"/>
            <p:cNvSpPr/>
            <p:nvPr/>
          </p:nvSpPr>
          <p:spPr>
            <a:xfrm>
              <a:off x="174943" y="0"/>
              <a:ext cx="517243"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endParaRPr lang="en-GB" sz="1400" dirty="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1" name="Rectangle 160"/>
            <p:cNvSpPr/>
            <p:nvPr/>
          </p:nvSpPr>
          <p:spPr>
            <a:xfrm>
              <a:off x="4676839" y="622633"/>
              <a:ext cx="790586"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College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2" name="Rectangle 161"/>
            <p:cNvSpPr/>
            <p:nvPr/>
          </p:nvSpPr>
          <p:spPr>
            <a:xfrm>
              <a:off x="5310823" y="622633"/>
              <a:ext cx="328458"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fee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3" name="Rectangle 162"/>
            <p:cNvSpPr/>
            <p:nvPr/>
          </p:nvSpPr>
          <p:spPr>
            <a:xfrm>
              <a:off x="5595811" y="622633"/>
              <a:ext cx="960190"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payment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4" name="Rectangle 163"/>
            <p:cNvSpPr/>
            <p:nvPr/>
          </p:nvSpPr>
          <p:spPr>
            <a:xfrm>
              <a:off x="4716463" y="1264250"/>
              <a:ext cx="600354"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Exam</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5" name="Rectangle 164"/>
            <p:cNvSpPr/>
            <p:nvPr/>
          </p:nvSpPr>
          <p:spPr>
            <a:xfrm>
              <a:off x="5205667" y="1264250"/>
              <a:ext cx="328458"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fee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6" name="Rectangle 165"/>
            <p:cNvSpPr/>
            <p:nvPr/>
          </p:nvSpPr>
          <p:spPr>
            <a:xfrm>
              <a:off x="5490642" y="1264250"/>
              <a:ext cx="960190"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payment</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7" name="Rectangle 166"/>
            <p:cNvSpPr/>
            <p:nvPr/>
          </p:nvSpPr>
          <p:spPr>
            <a:xfrm>
              <a:off x="1427671" y="1904330"/>
              <a:ext cx="767967"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Invalid</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8" name="Rectangle 167"/>
            <p:cNvSpPr/>
            <p:nvPr/>
          </p:nvSpPr>
          <p:spPr>
            <a:xfrm>
              <a:off x="4823143" y="1904330"/>
              <a:ext cx="381163"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Fee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69" name="Rectangle 168"/>
            <p:cNvSpPr/>
            <p:nvPr/>
          </p:nvSpPr>
          <p:spPr>
            <a:xfrm>
              <a:off x="5147742" y="1904330"/>
              <a:ext cx="737012" cy="278223"/>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262626"/>
                  </a:solidFill>
                  <a:effectLst/>
                  <a:latin typeface="Cambria" panose="02040503050406030204" pitchFamily="18" charset="0"/>
                  <a:ea typeface="Cambria" panose="02040503050406030204" pitchFamily="18" charset="0"/>
                  <a:cs typeface="Cambria" panose="02040503050406030204" pitchFamily="18" charset="0"/>
                </a:rPr>
                <a:t>details</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70" name="Shape 1514"/>
            <p:cNvSpPr/>
            <p:nvPr/>
          </p:nvSpPr>
          <p:spPr>
            <a:xfrm>
              <a:off x="4458602" y="485679"/>
              <a:ext cx="1819377" cy="29845"/>
            </a:xfrm>
            <a:custGeom>
              <a:avLst/>
              <a:gdLst/>
              <a:ahLst/>
              <a:cxnLst/>
              <a:rect l="0" t="0" r="0" b="0"/>
              <a:pathLst>
                <a:path w="1819377" h="29845">
                  <a:moveTo>
                    <a:pt x="1819275" y="0"/>
                  </a:moveTo>
                  <a:lnTo>
                    <a:pt x="1819377" y="9525"/>
                  </a:lnTo>
                  <a:lnTo>
                    <a:pt x="102" y="29845"/>
                  </a:lnTo>
                  <a:lnTo>
                    <a:pt x="0" y="20320"/>
                  </a:lnTo>
                  <a:lnTo>
                    <a:pt x="1819275"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1" name="Shape 1515"/>
            <p:cNvSpPr/>
            <p:nvPr/>
          </p:nvSpPr>
          <p:spPr>
            <a:xfrm>
              <a:off x="4458577" y="874935"/>
              <a:ext cx="1819428" cy="39370"/>
            </a:xfrm>
            <a:custGeom>
              <a:avLst/>
              <a:gdLst/>
              <a:ahLst/>
              <a:cxnLst/>
              <a:rect l="0" t="0" r="0" b="0"/>
              <a:pathLst>
                <a:path w="1819428" h="39370">
                  <a:moveTo>
                    <a:pt x="1819275" y="0"/>
                  </a:moveTo>
                  <a:lnTo>
                    <a:pt x="1819428" y="9525"/>
                  </a:lnTo>
                  <a:lnTo>
                    <a:pt x="152" y="39370"/>
                  </a:lnTo>
                  <a:lnTo>
                    <a:pt x="0" y="29845"/>
                  </a:lnTo>
                  <a:lnTo>
                    <a:pt x="1819275"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2" name="Shape 11227"/>
            <p:cNvSpPr/>
            <p:nvPr/>
          </p:nvSpPr>
          <p:spPr>
            <a:xfrm>
              <a:off x="4453890" y="510762"/>
              <a:ext cx="9525" cy="368300"/>
            </a:xfrm>
            <a:custGeom>
              <a:avLst/>
              <a:gdLst/>
              <a:ahLst/>
              <a:cxnLst/>
              <a:rect l="0" t="0" r="0" b="0"/>
              <a:pathLst>
                <a:path w="9525" h="368300">
                  <a:moveTo>
                    <a:pt x="0" y="0"/>
                  </a:moveTo>
                  <a:lnTo>
                    <a:pt x="9525" y="0"/>
                  </a:lnTo>
                  <a:lnTo>
                    <a:pt x="9525" y="368300"/>
                  </a:lnTo>
                  <a:lnTo>
                    <a:pt x="0" y="368300"/>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3" name="Shape 1517"/>
            <p:cNvSpPr/>
            <p:nvPr/>
          </p:nvSpPr>
          <p:spPr>
            <a:xfrm>
              <a:off x="4622800" y="501224"/>
              <a:ext cx="10160" cy="407695"/>
            </a:xfrm>
            <a:custGeom>
              <a:avLst/>
              <a:gdLst/>
              <a:ahLst/>
              <a:cxnLst/>
              <a:rect l="0" t="0" r="0" b="0"/>
              <a:pathLst>
                <a:path w="10160" h="407695">
                  <a:moveTo>
                    <a:pt x="9525" y="0"/>
                  </a:moveTo>
                  <a:lnTo>
                    <a:pt x="10160" y="407670"/>
                  </a:lnTo>
                  <a:lnTo>
                    <a:pt x="635" y="407695"/>
                  </a:lnTo>
                  <a:lnTo>
                    <a:pt x="0" y="25"/>
                  </a:lnTo>
                  <a:lnTo>
                    <a:pt x="9525"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4" name="Shape 11228"/>
            <p:cNvSpPr/>
            <p:nvPr/>
          </p:nvSpPr>
          <p:spPr>
            <a:xfrm>
              <a:off x="4508818" y="1192435"/>
              <a:ext cx="1819275" cy="9525"/>
            </a:xfrm>
            <a:custGeom>
              <a:avLst/>
              <a:gdLst/>
              <a:ahLst/>
              <a:cxnLst/>
              <a:rect l="0" t="0" r="0" b="0"/>
              <a:pathLst>
                <a:path w="1819275" h="9525">
                  <a:moveTo>
                    <a:pt x="0" y="0"/>
                  </a:moveTo>
                  <a:lnTo>
                    <a:pt x="1819275" y="0"/>
                  </a:lnTo>
                  <a:lnTo>
                    <a:pt x="1819275" y="9525"/>
                  </a:lnTo>
                  <a:lnTo>
                    <a:pt x="0" y="9525"/>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5" name="Shape 1519"/>
            <p:cNvSpPr/>
            <p:nvPr/>
          </p:nvSpPr>
          <p:spPr>
            <a:xfrm>
              <a:off x="4508767" y="1550575"/>
              <a:ext cx="1769212" cy="29210"/>
            </a:xfrm>
            <a:custGeom>
              <a:avLst/>
              <a:gdLst/>
              <a:ahLst/>
              <a:cxnLst/>
              <a:rect l="0" t="0" r="0" b="0"/>
              <a:pathLst>
                <a:path w="1769212" h="29210">
                  <a:moveTo>
                    <a:pt x="1769110" y="0"/>
                  </a:moveTo>
                  <a:lnTo>
                    <a:pt x="1769212" y="9525"/>
                  </a:lnTo>
                  <a:lnTo>
                    <a:pt x="102" y="29210"/>
                  </a:lnTo>
                  <a:lnTo>
                    <a:pt x="0" y="19685"/>
                  </a:lnTo>
                  <a:lnTo>
                    <a:pt x="176911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6" name="Shape 11229"/>
            <p:cNvSpPr/>
            <p:nvPr/>
          </p:nvSpPr>
          <p:spPr>
            <a:xfrm>
              <a:off x="4504055" y="1197197"/>
              <a:ext cx="9525" cy="377825"/>
            </a:xfrm>
            <a:custGeom>
              <a:avLst/>
              <a:gdLst/>
              <a:ahLst/>
              <a:cxnLst/>
              <a:rect l="0" t="0" r="0" b="0"/>
              <a:pathLst>
                <a:path w="9525" h="377825">
                  <a:moveTo>
                    <a:pt x="0" y="0"/>
                  </a:moveTo>
                  <a:lnTo>
                    <a:pt x="9525" y="0"/>
                  </a:lnTo>
                  <a:lnTo>
                    <a:pt x="9525" y="377825"/>
                  </a:lnTo>
                  <a:lnTo>
                    <a:pt x="0" y="377825"/>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7" name="Shape 11230"/>
            <p:cNvSpPr/>
            <p:nvPr/>
          </p:nvSpPr>
          <p:spPr>
            <a:xfrm>
              <a:off x="4681855" y="1197197"/>
              <a:ext cx="9525" cy="358140"/>
            </a:xfrm>
            <a:custGeom>
              <a:avLst/>
              <a:gdLst/>
              <a:ahLst/>
              <a:cxnLst/>
              <a:rect l="0" t="0" r="0" b="0"/>
              <a:pathLst>
                <a:path w="9525" h="358140">
                  <a:moveTo>
                    <a:pt x="0" y="0"/>
                  </a:moveTo>
                  <a:lnTo>
                    <a:pt x="9525" y="0"/>
                  </a:lnTo>
                  <a:lnTo>
                    <a:pt x="9525" y="358140"/>
                  </a:lnTo>
                  <a:lnTo>
                    <a:pt x="0" y="358140"/>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8" name="Shape 11231"/>
            <p:cNvSpPr/>
            <p:nvPr/>
          </p:nvSpPr>
          <p:spPr>
            <a:xfrm>
              <a:off x="4558348" y="1858550"/>
              <a:ext cx="1570355" cy="9525"/>
            </a:xfrm>
            <a:custGeom>
              <a:avLst/>
              <a:gdLst/>
              <a:ahLst/>
              <a:cxnLst/>
              <a:rect l="0" t="0" r="0" b="0"/>
              <a:pathLst>
                <a:path w="1570355" h="9525">
                  <a:moveTo>
                    <a:pt x="0" y="0"/>
                  </a:moveTo>
                  <a:lnTo>
                    <a:pt x="1570355" y="0"/>
                  </a:lnTo>
                  <a:lnTo>
                    <a:pt x="1570355" y="9525"/>
                  </a:lnTo>
                  <a:lnTo>
                    <a:pt x="0" y="9525"/>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79" name="Shape 1523"/>
            <p:cNvSpPr/>
            <p:nvPr/>
          </p:nvSpPr>
          <p:spPr>
            <a:xfrm>
              <a:off x="4538637" y="2157000"/>
              <a:ext cx="1590091" cy="19685"/>
            </a:xfrm>
            <a:custGeom>
              <a:avLst/>
              <a:gdLst/>
              <a:ahLst/>
              <a:cxnLst/>
              <a:rect l="0" t="0" r="0" b="0"/>
              <a:pathLst>
                <a:path w="1590091" h="19685">
                  <a:moveTo>
                    <a:pt x="1590040" y="0"/>
                  </a:moveTo>
                  <a:lnTo>
                    <a:pt x="1590091" y="9525"/>
                  </a:lnTo>
                  <a:lnTo>
                    <a:pt x="51" y="19685"/>
                  </a:lnTo>
                  <a:lnTo>
                    <a:pt x="0" y="10160"/>
                  </a:lnTo>
                  <a:lnTo>
                    <a:pt x="159004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80" name="Shape 11232"/>
            <p:cNvSpPr/>
            <p:nvPr/>
          </p:nvSpPr>
          <p:spPr>
            <a:xfrm>
              <a:off x="4533900" y="1863312"/>
              <a:ext cx="9525" cy="307975"/>
            </a:xfrm>
            <a:custGeom>
              <a:avLst/>
              <a:gdLst/>
              <a:ahLst/>
              <a:cxnLst/>
              <a:rect l="0" t="0" r="0" b="0"/>
              <a:pathLst>
                <a:path w="9525" h="307975">
                  <a:moveTo>
                    <a:pt x="0" y="0"/>
                  </a:moveTo>
                  <a:lnTo>
                    <a:pt x="9525" y="0"/>
                  </a:lnTo>
                  <a:lnTo>
                    <a:pt x="9525" y="307975"/>
                  </a:lnTo>
                  <a:lnTo>
                    <a:pt x="0" y="307975"/>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81" name="Shape 11233"/>
            <p:cNvSpPr/>
            <p:nvPr/>
          </p:nvSpPr>
          <p:spPr>
            <a:xfrm>
              <a:off x="4721860" y="1863312"/>
              <a:ext cx="9525" cy="307975"/>
            </a:xfrm>
            <a:custGeom>
              <a:avLst/>
              <a:gdLst/>
              <a:ahLst/>
              <a:cxnLst/>
              <a:rect l="0" t="0" r="0" b="0"/>
              <a:pathLst>
                <a:path w="9525" h="307975">
                  <a:moveTo>
                    <a:pt x="0" y="0"/>
                  </a:moveTo>
                  <a:lnTo>
                    <a:pt x="9525" y="0"/>
                  </a:lnTo>
                  <a:lnTo>
                    <a:pt x="9525" y="307975"/>
                  </a:lnTo>
                  <a:lnTo>
                    <a:pt x="0" y="307975"/>
                  </a:lnTo>
                  <a:lnTo>
                    <a:pt x="0" y="0"/>
                  </a:lnTo>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82" name="Shape 1527"/>
            <p:cNvSpPr/>
            <p:nvPr/>
          </p:nvSpPr>
          <p:spPr>
            <a:xfrm>
              <a:off x="0" y="1212755"/>
              <a:ext cx="460057" cy="297815"/>
            </a:xfrm>
            <a:custGeom>
              <a:avLst/>
              <a:gdLst/>
              <a:ahLst/>
              <a:cxnLst/>
              <a:rect l="0" t="0" r="0" b="0"/>
              <a:pathLst>
                <a:path w="460057" h="297815">
                  <a:moveTo>
                    <a:pt x="0" y="0"/>
                  </a:moveTo>
                  <a:lnTo>
                    <a:pt x="460057" y="0"/>
                  </a:lnTo>
                  <a:lnTo>
                    <a:pt x="460057" y="9525"/>
                  </a:lnTo>
                  <a:lnTo>
                    <a:pt x="9525" y="9525"/>
                  </a:lnTo>
                  <a:lnTo>
                    <a:pt x="9525" y="288290"/>
                  </a:lnTo>
                  <a:lnTo>
                    <a:pt x="460057" y="288290"/>
                  </a:lnTo>
                  <a:lnTo>
                    <a:pt x="460057" y="297815"/>
                  </a:lnTo>
                  <a:lnTo>
                    <a:pt x="0" y="297815"/>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83" name="Shape 1528"/>
            <p:cNvSpPr/>
            <p:nvPr/>
          </p:nvSpPr>
          <p:spPr>
            <a:xfrm>
              <a:off x="460057" y="1212755"/>
              <a:ext cx="460058" cy="297815"/>
            </a:xfrm>
            <a:custGeom>
              <a:avLst/>
              <a:gdLst/>
              <a:ahLst/>
              <a:cxnLst/>
              <a:rect l="0" t="0" r="0" b="0"/>
              <a:pathLst>
                <a:path w="460058" h="297815">
                  <a:moveTo>
                    <a:pt x="0" y="0"/>
                  </a:moveTo>
                  <a:lnTo>
                    <a:pt x="460058" y="0"/>
                  </a:lnTo>
                  <a:lnTo>
                    <a:pt x="460058" y="297815"/>
                  </a:lnTo>
                  <a:lnTo>
                    <a:pt x="0" y="297815"/>
                  </a:lnTo>
                  <a:lnTo>
                    <a:pt x="0" y="288290"/>
                  </a:lnTo>
                  <a:lnTo>
                    <a:pt x="450533" y="288290"/>
                  </a:lnTo>
                  <a:lnTo>
                    <a:pt x="450533" y="9525"/>
                  </a:lnTo>
                  <a:lnTo>
                    <a:pt x="0" y="9525"/>
                  </a:lnTo>
                  <a:lnTo>
                    <a:pt x="0" y="0"/>
                  </a:lnTo>
                  <a:close/>
                </a:path>
              </a:pathLst>
            </a:custGeom>
            <a:ln w="0" cap="sq">
              <a:bevel/>
            </a:ln>
          </p:spPr>
          <p:style>
            <a:lnRef idx="0">
              <a:srgbClr val="000000">
                <a:alpha val="0"/>
              </a:srgbClr>
            </a:lnRef>
            <a:fillRef idx="1">
              <a:srgbClr val="000000"/>
            </a:fillRef>
            <a:effectRef idx="0">
              <a:scrgbClr r="0" g="0" b="0"/>
            </a:effectRef>
            <a:fontRef idx="none"/>
          </p:style>
          <p:txBody>
            <a:bodyPr/>
            <a:lstStyle/>
            <a:p>
              <a:endParaRPr lang="en-GB"/>
            </a:p>
          </p:txBody>
        </p:sp>
        <p:sp>
          <p:nvSpPr>
            <p:cNvPr id="184" name="Rectangle 183"/>
            <p:cNvSpPr/>
            <p:nvPr/>
          </p:nvSpPr>
          <p:spPr>
            <a:xfrm>
              <a:off x="301422" y="1304544"/>
              <a:ext cx="453132"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User</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85" name="Shape 1531"/>
            <p:cNvSpPr/>
            <p:nvPr/>
          </p:nvSpPr>
          <p:spPr>
            <a:xfrm>
              <a:off x="1382395" y="1177194"/>
              <a:ext cx="494348" cy="402590"/>
            </a:xfrm>
            <a:custGeom>
              <a:avLst/>
              <a:gdLst/>
              <a:ahLst/>
              <a:cxnLst/>
              <a:rect l="0" t="0" r="0" b="0"/>
              <a:pathLst>
                <a:path w="494348" h="402590">
                  <a:moveTo>
                    <a:pt x="494348" y="0"/>
                  </a:moveTo>
                  <a:lnTo>
                    <a:pt x="494348" y="9525"/>
                  </a:lnTo>
                  <a:lnTo>
                    <a:pt x="481737" y="9589"/>
                  </a:lnTo>
                  <a:lnTo>
                    <a:pt x="481787" y="9589"/>
                  </a:lnTo>
                  <a:lnTo>
                    <a:pt x="469227" y="9779"/>
                  </a:lnTo>
                  <a:lnTo>
                    <a:pt x="469278" y="9779"/>
                  </a:lnTo>
                  <a:lnTo>
                    <a:pt x="456794" y="10097"/>
                  </a:lnTo>
                  <a:lnTo>
                    <a:pt x="456844" y="10097"/>
                  </a:lnTo>
                  <a:lnTo>
                    <a:pt x="444462" y="10541"/>
                  </a:lnTo>
                  <a:lnTo>
                    <a:pt x="444513" y="10528"/>
                  </a:lnTo>
                  <a:lnTo>
                    <a:pt x="432206" y="11100"/>
                  </a:lnTo>
                  <a:lnTo>
                    <a:pt x="432257" y="11100"/>
                  </a:lnTo>
                  <a:lnTo>
                    <a:pt x="420052" y="11786"/>
                  </a:lnTo>
                  <a:lnTo>
                    <a:pt x="420129" y="11773"/>
                  </a:lnTo>
                  <a:lnTo>
                    <a:pt x="396024" y="13500"/>
                  </a:lnTo>
                  <a:lnTo>
                    <a:pt x="396113" y="13500"/>
                  </a:lnTo>
                  <a:lnTo>
                    <a:pt x="372427" y="15697"/>
                  </a:lnTo>
                  <a:lnTo>
                    <a:pt x="372529" y="15685"/>
                  </a:lnTo>
                  <a:lnTo>
                    <a:pt x="349348" y="18321"/>
                  </a:lnTo>
                  <a:lnTo>
                    <a:pt x="326657" y="21412"/>
                  </a:lnTo>
                  <a:lnTo>
                    <a:pt x="326758" y="21387"/>
                  </a:lnTo>
                  <a:lnTo>
                    <a:pt x="304521" y="24905"/>
                  </a:lnTo>
                  <a:lnTo>
                    <a:pt x="304635" y="24892"/>
                  </a:lnTo>
                  <a:lnTo>
                    <a:pt x="282943" y="28829"/>
                  </a:lnTo>
                  <a:lnTo>
                    <a:pt x="283058" y="28804"/>
                  </a:lnTo>
                  <a:lnTo>
                    <a:pt x="261978" y="33139"/>
                  </a:lnTo>
                  <a:lnTo>
                    <a:pt x="241554" y="37859"/>
                  </a:lnTo>
                  <a:lnTo>
                    <a:pt x="241668" y="37833"/>
                  </a:lnTo>
                  <a:lnTo>
                    <a:pt x="221805" y="42939"/>
                  </a:lnTo>
                  <a:lnTo>
                    <a:pt x="221920" y="42901"/>
                  </a:lnTo>
                  <a:lnTo>
                    <a:pt x="202794" y="48369"/>
                  </a:lnTo>
                  <a:lnTo>
                    <a:pt x="184353" y="54178"/>
                  </a:lnTo>
                  <a:lnTo>
                    <a:pt x="184493" y="54140"/>
                  </a:lnTo>
                  <a:lnTo>
                    <a:pt x="166803" y="60286"/>
                  </a:lnTo>
                  <a:lnTo>
                    <a:pt x="149876" y="66771"/>
                  </a:lnTo>
                  <a:lnTo>
                    <a:pt x="133795" y="73546"/>
                  </a:lnTo>
                  <a:lnTo>
                    <a:pt x="133947" y="73470"/>
                  </a:lnTo>
                  <a:lnTo>
                    <a:pt x="118567" y="80607"/>
                  </a:lnTo>
                  <a:lnTo>
                    <a:pt x="118682" y="80544"/>
                  </a:lnTo>
                  <a:lnTo>
                    <a:pt x="111303" y="84226"/>
                  </a:lnTo>
                  <a:lnTo>
                    <a:pt x="111392" y="84176"/>
                  </a:lnTo>
                  <a:lnTo>
                    <a:pt x="104229" y="87922"/>
                  </a:lnTo>
                  <a:lnTo>
                    <a:pt x="104318" y="87884"/>
                  </a:lnTo>
                  <a:lnTo>
                    <a:pt x="97409" y="91680"/>
                  </a:lnTo>
                  <a:lnTo>
                    <a:pt x="90767" y="95529"/>
                  </a:lnTo>
                  <a:lnTo>
                    <a:pt x="90856" y="95479"/>
                  </a:lnTo>
                  <a:lnTo>
                    <a:pt x="84366" y="99428"/>
                  </a:lnTo>
                  <a:lnTo>
                    <a:pt x="84468" y="99378"/>
                  </a:lnTo>
                  <a:lnTo>
                    <a:pt x="78219" y="103391"/>
                  </a:lnTo>
                  <a:lnTo>
                    <a:pt x="78321" y="103327"/>
                  </a:lnTo>
                  <a:lnTo>
                    <a:pt x="72301" y="107404"/>
                  </a:lnTo>
                  <a:lnTo>
                    <a:pt x="72403" y="107341"/>
                  </a:lnTo>
                  <a:lnTo>
                    <a:pt x="66660" y="111464"/>
                  </a:lnTo>
                  <a:lnTo>
                    <a:pt x="61201" y="115608"/>
                  </a:lnTo>
                  <a:lnTo>
                    <a:pt x="61316" y="115532"/>
                  </a:lnTo>
                  <a:lnTo>
                    <a:pt x="56032" y="119799"/>
                  </a:lnTo>
                  <a:lnTo>
                    <a:pt x="56147" y="119698"/>
                  </a:lnTo>
                  <a:lnTo>
                    <a:pt x="51174" y="123980"/>
                  </a:lnTo>
                  <a:lnTo>
                    <a:pt x="46457" y="128308"/>
                  </a:lnTo>
                  <a:lnTo>
                    <a:pt x="46571" y="128194"/>
                  </a:lnTo>
                  <a:lnTo>
                    <a:pt x="42149" y="132541"/>
                  </a:lnTo>
                  <a:lnTo>
                    <a:pt x="37980" y="136934"/>
                  </a:lnTo>
                  <a:lnTo>
                    <a:pt x="34061" y="141402"/>
                  </a:lnTo>
                  <a:lnTo>
                    <a:pt x="34188" y="141262"/>
                  </a:lnTo>
                  <a:lnTo>
                    <a:pt x="30480" y="145847"/>
                  </a:lnTo>
                  <a:lnTo>
                    <a:pt x="30594" y="145682"/>
                  </a:lnTo>
                  <a:lnTo>
                    <a:pt x="27165" y="150330"/>
                  </a:lnTo>
                  <a:lnTo>
                    <a:pt x="27280" y="150152"/>
                  </a:lnTo>
                  <a:lnTo>
                    <a:pt x="24130" y="154838"/>
                  </a:lnTo>
                  <a:lnTo>
                    <a:pt x="24244" y="154648"/>
                  </a:lnTo>
                  <a:lnTo>
                    <a:pt x="21414" y="159320"/>
                  </a:lnTo>
                  <a:lnTo>
                    <a:pt x="18991" y="163784"/>
                  </a:lnTo>
                  <a:lnTo>
                    <a:pt x="16766" y="168444"/>
                  </a:lnTo>
                  <a:lnTo>
                    <a:pt x="14840" y="173101"/>
                  </a:lnTo>
                  <a:lnTo>
                    <a:pt x="13218" y="177760"/>
                  </a:lnTo>
                  <a:lnTo>
                    <a:pt x="11896" y="182422"/>
                  </a:lnTo>
                  <a:lnTo>
                    <a:pt x="10870" y="187089"/>
                  </a:lnTo>
                  <a:lnTo>
                    <a:pt x="10109" y="191922"/>
                  </a:lnTo>
                  <a:lnTo>
                    <a:pt x="10135" y="191630"/>
                  </a:lnTo>
                  <a:lnTo>
                    <a:pt x="9670" y="196615"/>
                  </a:lnTo>
                  <a:lnTo>
                    <a:pt x="9530" y="201295"/>
                  </a:lnTo>
                  <a:lnTo>
                    <a:pt x="9670" y="205975"/>
                  </a:lnTo>
                  <a:lnTo>
                    <a:pt x="10135" y="210960"/>
                  </a:lnTo>
                  <a:lnTo>
                    <a:pt x="10109" y="210668"/>
                  </a:lnTo>
                  <a:lnTo>
                    <a:pt x="10870" y="215501"/>
                  </a:lnTo>
                  <a:lnTo>
                    <a:pt x="11896" y="220168"/>
                  </a:lnTo>
                  <a:lnTo>
                    <a:pt x="13218" y="224830"/>
                  </a:lnTo>
                  <a:lnTo>
                    <a:pt x="14840" y="229489"/>
                  </a:lnTo>
                  <a:lnTo>
                    <a:pt x="16766" y="234146"/>
                  </a:lnTo>
                  <a:lnTo>
                    <a:pt x="18991" y="238806"/>
                  </a:lnTo>
                  <a:lnTo>
                    <a:pt x="21414" y="243271"/>
                  </a:lnTo>
                  <a:lnTo>
                    <a:pt x="24244" y="247942"/>
                  </a:lnTo>
                  <a:lnTo>
                    <a:pt x="24130" y="247752"/>
                  </a:lnTo>
                  <a:lnTo>
                    <a:pt x="27280" y="252438"/>
                  </a:lnTo>
                  <a:lnTo>
                    <a:pt x="27165" y="252260"/>
                  </a:lnTo>
                  <a:lnTo>
                    <a:pt x="30594" y="256908"/>
                  </a:lnTo>
                  <a:lnTo>
                    <a:pt x="30480" y="256743"/>
                  </a:lnTo>
                  <a:lnTo>
                    <a:pt x="34188" y="261328"/>
                  </a:lnTo>
                  <a:lnTo>
                    <a:pt x="34061" y="261188"/>
                  </a:lnTo>
                  <a:lnTo>
                    <a:pt x="38049" y="265722"/>
                  </a:lnTo>
                  <a:lnTo>
                    <a:pt x="37922" y="265595"/>
                  </a:lnTo>
                  <a:lnTo>
                    <a:pt x="42149" y="270049"/>
                  </a:lnTo>
                  <a:lnTo>
                    <a:pt x="46571" y="274396"/>
                  </a:lnTo>
                  <a:lnTo>
                    <a:pt x="46457" y="274282"/>
                  </a:lnTo>
                  <a:lnTo>
                    <a:pt x="51174" y="278611"/>
                  </a:lnTo>
                  <a:lnTo>
                    <a:pt x="56147" y="282893"/>
                  </a:lnTo>
                  <a:lnTo>
                    <a:pt x="56032" y="282791"/>
                  </a:lnTo>
                  <a:lnTo>
                    <a:pt x="61316" y="287058"/>
                  </a:lnTo>
                  <a:lnTo>
                    <a:pt x="61201" y="286982"/>
                  </a:lnTo>
                  <a:lnTo>
                    <a:pt x="66660" y="291126"/>
                  </a:lnTo>
                  <a:lnTo>
                    <a:pt x="72403" y="295250"/>
                  </a:lnTo>
                  <a:lnTo>
                    <a:pt x="72301" y="295186"/>
                  </a:lnTo>
                  <a:lnTo>
                    <a:pt x="78321" y="299263"/>
                  </a:lnTo>
                  <a:lnTo>
                    <a:pt x="78219" y="299199"/>
                  </a:lnTo>
                  <a:lnTo>
                    <a:pt x="84468" y="303213"/>
                  </a:lnTo>
                  <a:lnTo>
                    <a:pt x="84366" y="303162"/>
                  </a:lnTo>
                  <a:lnTo>
                    <a:pt x="90856" y="307112"/>
                  </a:lnTo>
                  <a:lnTo>
                    <a:pt x="90767" y="307061"/>
                  </a:lnTo>
                  <a:lnTo>
                    <a:pt x="97409" y="310910"/>
                  </a:lnTo>
                  <a:lnTo>
                    <a:pt x="104318" y="314706"/>
                  </a:lnTo>
                  <a:lnTo>
                    <a:pt x="104229" y="314668"/>
                  </a:lnTo>
                  <a:lnTo>
                    <a:pt x="111392" y="318414"/>
                  </a:lnTo>
                  <a:lnTo>
                    <a:pt x="111303" y="318364"/>
                  </a:lnTo>
                  <a:lnTo>
                    <a:pt x="118682" y="322047"/>
                  </a:lnTo>
                  <a:lnTo>
                    <a:pt x="118567" y="321983"/>
                  </a:lnTo>
                  <a:lnTo>
                    <a:pt x="133947" y="329121"/>
                  </a:lnTo>
                  <a:lnTo>
                    <a:pt x="133795" y="329044"/>
                  </a:lnTo>
                  <a:lnTo>
                    <a:pt x="149876" y="335820"/>
                  </a:lnTo>
                  <a:lnTo>
                    <a:pt x="166803" y="342305"/>
                  </a:lnTo>
                  <a:lnTo>
                    <a:pt x="184493" y="348450"/>
                  </a:lnTo>
                  <a:lnTo>
                    <a:pt x="184353" y="348412"/>
                  </a:lnTo>
                  <a:lnTo>
                    <a:pt x="202794" y="354221"/>
                  </a:lnTo>
                  <a:lnTo>
                    <a:pt x="221920" y="359689"/>
                  </a:lnTo>
                  <a:lnTo>
                    <a:pt x="221805" y="359651"/>
                  </a:lnTo>
                  <a:lnTo>
                    <a:pt x="241668" y="364757"/>
                  </a:lnTo>
                  <a:lnTo>
                    <a:pt x="241554" y="364731"/>
                  </a:lnTo>
                  <a:lnTo>
                    <a:pt x="261978" y="369451"/>
                  </a:lnTo>
                  <a:lnTo>
                    <a:pt x="283058" y="373787"/>
                  </a:lnTo>
                  <a:lnTo>
                    <a:pt x="282943" y="373761"/>
                  </a:lnTo>
                  <a:lnTo>
                    <a:pt x="304635" y="377698"/>
                  </a:lnTo>
                  <a:lnTo>
                    <a:pt x="304521" y="377685"/>
                  </a:lnTo>
                  <a:lnTo>
                    <a:pt x="326758" y="381203"/>
                  </a:lnTo>
                  <a:lnTo>
                    <a:pt x="326657" y="381178"/>
                  </a:lnTo>
                  <a:lnTo>
                    <a:pt x="349348" y="384269"/>
                  </a:lnTo>
                  <a:lnTo>
                    <a:pt x="372529" y="386906"/>
                  </a:lnTo>
                  <a:lnTo>
                    <a:pt x="372427" y="386893"/>
                  </a:lnTo>
                  <a:lnTo>
                    <a:pt x="396113" y="389090"/>
                  </a:lnTo>
                  <a:lnTo>
                    <a:pt x="396024" y="389090"/>
                  </a:lnTo>
                  <a:lnTo>
                    <a:pt x="420129" y="390817"/>
                  </a:lnTo>
                  <a:lnTo>
                    <a:pt x="420052" y="390804"/>
                  </a:lnTo>
                  <a:lnTo>
                    <a:pt x="432257" y="391490"/>
                  </a:lnTo>
                  <a:lnTo>
                    <a:pt x="432206" y="391490"/>
                  </a:lnTo>
                  <a:lnTo>
                    <a:pt x="444513" y="392049"/>
                  </a:lnTo>
                  <a:lnTo>
                    <a:pt x="444462" y="392049"/>
                  </a:lnTo>
                  <a:lnTo>
                    <a:pt x="456844" y="392494"/>
                  </a:lnTo>
                  <a:lnTo>
                    <a:pt x="456794" y="392494"/>
                  </a:lnTo>
                  <a:lnTo>
                    <a:pt x="469278" y="392811"/>
                  </a:lnTo>
                  <a:lnTo>
                    <a:pt x="469227" y="392811"/>
                  </a:lnTo>
                  <a:lnTo>
                    <a:pt x="481787" y="393002"/>
                  </a:lnTo>
                  <a:lnTo>
                    <a:pt x="481737" y="393002"/>
                  </a:lnTo>
                  <a:lnTo>
                    <a:pt x="494348" y="393065"/>
                  </a:lnTo>
                  <a:lnTo>
                    <a:pt x="494348" y="402590"/>
                  </a:lnTo>
                  <a:lnTo>
                    <a:pt x="481660" y="402527"/>
                  </a:lnTo>
                  <a:lnTo>
                    <a:pt x="469062" y="402336"/>
                  </a:lnTo>
                  <a:lnTo>
                    <a:pt x="456527" y="402019"/>
                  </a:lnTo>
                  <a:lnTo>
                    <a:pt x="444094" y="401574"/>
                  </a:lnTo>
                  <a:lnTo>
                    <a:pt x="431749" y="401003"/>
                  </a:lnTo>
                  <a:lnTo>
                    <a:pt x="419481" y="400317"/>
                  </a:lnTo>
                  <a:lnTo>
                    <a:pt x="395288" y="398577"/>
                  </a:lnTo>
                  <a:lnTo>
                    <a:pt x="371500" y="396380"/>
                  </a:lnTo>
                  <a:lnTo>
                    <a:pt x="348171" y="393713"/>
                  </a:lnTo>
                  <a:lnTo>
                    <a:pt x="325323" y="390614"/>
                  </a:lnTo>
                  <a:lnTo>
                    <a:pt x="302984" y="387083"/>
                  </a:lnTo>
                  <a:lnTo>
                    <a:pt x="281191" y="383121"/>
                  </a:lnTo>
                  <a:lnTo>
                    <a:pt x="259969" y="378765"/>
                  </a:lnTo>
                  <a:lnTo>
                    <a:pt x="239357" y="374002"/>
                  </a:lnTo>
                  <a:lnTo>
                    <a:pt x="219367" y="368859"/>
                  </a:lnTo>
                  <a:lnTo>
                    <a:pt x="200050" y="363347"/>
                  </a:lnTo>
                  <a:lnTo>
                    <a:pt x="181432" y="357467"/>
                  </a:lnTo>
                  <a:lnTo>
                    <a:pt x="163525" y="351244"/>
                  </a:lnTo>
                  <a:lnTo>
                    <a:pt x="146380" y="344678"/>
                  </a:lnTo>
                  <a:lnTo>
                    <a:pt x="130023" y="337795"/>
                  </a:lnTo>
                  <a:lnTo>
                    <a:pt x="114490" y="330607"/>
                  </a:lnTo>
                  <a:lnTo>
                    <a:pt x="107023" y="326873"/>
                  </a:lnTo>
                  <a:lnTo>
                    <a:pt x="99771" y="323075"/>
                  </a:lnTo>
                  <a:lnTo>
                    <a:pt x="92748" y="319215"/>
                  </a:lnTo>
                  <a:lnTo>
                    <a:pt x="85941" y="315278"/>
                  </a:lnTo>
                  <a:lnTo>
                    <a:pt x="79362" y="311264"/>
                  </a:lnTo>
                  <a:lnTo>
                    <a:pt x="73012" y="307175"/>
                  </a:lnTo>
                  <a:lnTo>
                    <a:pt x="66904" y="303022"/>
                  </a:lnTo>
                  <a:lnTo>
                    <a:pt x="61024" y="298806"/>
                  </a:lnTo>
                  <a:lnTo>
                    <a:pt x="55385" y="294513"/>
                  </a:lnTo>
                  <a:lnTo>
                    <a:pt x="49987" y="290157"/>
                  </a:lnTo>
                  <a:lnTo>
                    <a:pt x="44844" y="285737"/>
                  </a:lnTo>
                  <a:lnTo>
                    <a:pt x="39954" y="281254"/>
                  </a:lnTo>
                  <a:lnTo>
                    <a:pt x="35319" y="276695"/>
                  </a:lnTo>
                  <a:lnTo>
                    <a:pt x="30950" y="272085"/>
                  </a:lnTo>
                  <a:lnTo>
                    <a:pt x="26848" y="267399"/>
                  </a:lnTo>
                  <a:lnTo>
                    <a:pt x="23012" y="262649"/>
                  </a:lnTo>
                  <a:lnTo>
                    <a:pt x="19444" y="257848"/>
                  </a:lnTo>
                  <a:lnTo>
                    <a:pt x="16167" y="252984"/>
                  </a:lnTo>
                  <a:lnTo>
                    <a:pt x="13170" y="248057"/>
                  </a:lnTo>
                  <a:lnTo>
                    <a:pt x="10465" y="243065"/>
                  </a:lnTo>
                  <a:lnTo>
                    <a:pt x="8052" y="238023"/>
                  </a:lnTo>
                  <a:lnTo>
                    <a:pt x="5956" y="232918"/>
                  </a:lnTo>
                  <a:lnTo>
                    <a:pt x="4153" y="227762"/>
                  </a:lnTo>
                  <a:lnTo>
                    <a:pt x="2667" y="222555"/>
                  </a:lnTo>
                  <a:lnTo>
                    <a:pt x="1511" y="217297"/>
                  </a:lnTo>
                  <a:lnTo>
                    <a:pt x="673" y="212001"/>
                  </a:lnTo>
                  <a:lnTo>
                    <a:pt x="165" y="206667"/>
                  </a:lnTo>
                  <a:lnTo>
                    <a:pt x="0" y="201295"/>
                  </a:lnTo>
                  <a:lnTo>
                    <a:pt x="165" y="195923"/>
                  </a:lnTo>
                  <a:lnTo>
                    <a:pt x="673" y="190589"/>
                  </a:lnTo>
                  <a:lnTo>
                    <a:pt x="1511" y="185293"/>
                  </a:lnTo>
                  <a:lnTo>
                    <a:pt x="2667" y="180035"/>
                  </a:lnTo>
                  <a:lnTo>
                    <a:pt x="4153" y="174828"/>
                  </a:lnTo>
                  <a:lnTo>
                    <a:pt x="5956" y="169672"/>
                  </a:lnTo>
                  <a:lnTo>
                    <a:pt x="8052" y="164567"/>
                  </a:lnTo>
                  <a:lnTo>
                    <a:pt x="10465" y="159525"/>
                  </a:lnTo>
                  <a:lnTo>
                    <a:pt x="13170" y="154534"/>
                  </a:lnTo>
                  <a:lnTo>
                    <a:pt x="16167" y="149606"/>
                  </a:lnTo>
                  <a:lnTo>
                    <a:pt x="19444" y="144742"/>
                  </a:lnTo>
                  <a:lnTo>
                    <a:pt x="23012" y="139941"/>
                  </a:lnTo>
                  <a:lnTo>
                    <a:pt x="26848" y="135192"/>
                  </a:lnTo>
                  <a:lnTo>
                    <a:pt x="30950" y="130505"/>
                  </a:lnTo>
                  <a:lnTo>
                    <a:pt x="35319" y="125895"/>
                  </a:lnTo>
                  <a:lnTo>
                    <a:pt x="39954" y="121336"/>
                  </a:lnTo>
                  <a:lnTo>
                    <a:pt x="44844" y="116853"/>
                  </a:lnTo>
                  <a:lnTo>
                    <a:pt x="49987" y="112433"/>
                  </a:lnTo>
                  <a:lnTo>
                    <a:pt x="55385" y="108077"/>
                  </a:lnTo>
                  <a:lnTo>
                    <a:pt x="61024" y="103785"/>
                  </a:lnTo>
                  <a:lnTo>
                    <a:pt x="66904" y="99568"/>
                  </a:lnTo>
                  <a:lnTo>
                    <a:pt x="73012" y="95415"/>
                  </a:lnTo>
                  <a:lnTo>
                    <a:pt x="79362" y="91326"/>
                  </a:lnTo>
                  <a:lnTo>
                    <a:pt x="85941" y="87313"/>
                  </a:lnTo>
                  <a:lnTo>
                    <a:pt x="92748" y="83376"/>
                  </a:lnTo>
                  <a:lnTo>
                    <a:pt x="99771" y="79515"/>
                  </a:lnTo>
                  <a:lnTo>
                    <a:pt x="107023" y="75717"/>
                  </a:lnTo>
                  <a:lnTo>
                    <a:pt x="114490" y="71984"/>
                  </a:lnTo>
                  <a:lnTo>
                    <a:pt x="130023" y="64795"/>
                  </a:lnTo>
                  <a:lnTo>
                    <a:pt x="146380" y="57912"/>
                  </a:lnTo>
                  <a:lnTo>
                    <a:pt x="163525" y="51346"/>
                  </a:lnTo>
                  <a:lnTo>
                    <a:pt x="181432" y="45123"/>
                  </a:lnTo>
                  <a:lnTo>
                    <a:pt x="200050" y="39243"/>
                  </a:lnTo>
                  <a:lnTo>
                    <a:pt x="219367" y="33731"/>
                  </a:lnTo>
                  <a:lnTo>
                    <a:pt x="239357" y="28588"/>
                  </a:lnTo>
                  <a:lnTo>
                    <a:pt x="259969" y="23825"/>
                  </a:lnTo>
                  <a:lnTo>
                    <a:pt x="281191" y="19469"/>
                  </a:lnTo>
                  <a:lnTo>
                    <a:pt x="302984" y="15507"/>
                  </a:lnTo>
                  <a:lnTo>
                    <a:pt x="325323" y="11976"/>
                  </a:lnTo>
                  <a:lnTo>
                    <a:pt x="348171" y="8877"/>
                  </a:lnTo>
                  <a:lnTo>
                    <a:pt x="371500" y="6210"/>
                  </a:lnTo>
                  <a:lnTo>
                    <a:pt x="395288" y="4013"/>
                  </a:lnTo>
                  <a:lnTo>
                    <a:pt x="419481" y="2273"/>
                  </a:lnTo>
                  <a:lnTo>
                    <a:pt x="431749" y="1588"/>
                  </a:lnTo>
                  <a:lnTo>
                    <a:pt x="444094" y="1016"/>
                  </a:lnTo>
                  <a:lnTo>
                    <a:pt x="456527" y="572"/>
                  </a:lnTo>
                  <a:lnTo>
                    <a:pt x="469062" y="254"/>
                  </a:lnTo>
                  <a:lnTo>
                    <a:pt x="481660" y="64"/>
                  </a:lnTo>
                  <a:lnTo>
                    <a:pt x="49434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86" name="Shape 1532"/>
            <p:cNvSpPr/>
            <p:nvPr/>
          </p:nvSpPr>
          <p:spPr>
            <a:xfrm>
              <a:off x="1876742" y="1177194"/>
              <a:ext cx="494348" cy="402590"/>
            </a:xfrm>
            <a:custGeom>
              <a:avLst/>
              <a:gdLst/>
              <a:ahLst/>
              <a:cxnLst/>
              <a:rect l="0" t="0" r="0" b="0"/>
              <a:pathLst>
                <a:path w="494348" h="402590">
                  <a:moveTo>
                    <a:pt x="0" y="0"/>
                  </a:moveTo>
                  <a:lnTo>
                    <a:pt x="12687" y="64"/>
                  </a:lnTo>
                  <a:lnTo>
                    <a:pt x="25286" y="254"/>
                  </a:lnTo>
                  <a:lnTo>
                    <a:pt x="37808" y="572"/>
                  </a:lnTo>
                  <a:lnTo>
                    <a:pt x="50254" y="1016"/>
                  </a:lnTo>
                  <a:lnTo>
                    <a:pt x="62598" y="1588"/>
                  </a:lnTo>
                  <a:lnTo>
                    <a:pt x="74867" y="2273"/>
                  </a:lnTo>
                  <a:lnTo>
                    <a:pt x="99060" y="4013"/>
                  </a:lnTo>
                  <a:lnTo>
                    <a:pt x="122847" y="6210"/>
                  </a:lnTo>
                  <a:lnTo>
                    <a:pt x="146177" y="8877"/>
                  </a:lnTo>
                  <a:lnTo>
                    <a:pt x="169024" y="11976"/>
                  </a:lnTo>
                  <a:lnTo>
                    <a:pt x="191364" y="15507"/>
                  </a:lnTo>
                  <a:lnTo>
                    <a:pt x="213157" y="19469"/>
                  </a:lnTo>
                  <a:lnTo>
                    <a:pt x="234379" y="23825"/>
                  </a:lnTo>
                  <a:lnTo>
                    <a:pt x="254991" y="28588"/>
                  </a:lnTo>
                  <a:lnTo>
                    <a:pt x="274980" y="33731"/>
                  </a:lnTo>
                  <a:lnTo>
                    <a:pt x="294297" y="39243"/>
                  </a:lnTo>
                  <a:lnTo>
                    <a:pt x="312915" y="45123"/>
                  </a:lnTo>
                  <a:lnTo>
                    <a:pt x="330822" y="51346"/>
                  </a:lnTo>
                  <a:lnTo>
                    <a:pt x="347967" y="57912"/>
                  </a:lnTo>
                  <a:lnTo>
                    <a:pt x="364325" y="64795"/>
                  </a:lnTo>
                  <a:lnTo>
                    <a:pt x="379857" y="71984"/>
                  </a:lnTo>
                  <a:lnTo>
                    <a:pt x="387325" y="75717"/>
                  </a:lnTo>
                  <a:lnTo>
                    <a:pt x="394576" y="79515"/>
                  </a:lnTo>
                  <a:lnTo>
                    <a:pt x="401599" y="83376"/>
                  </a:lnTo>
                  <a:lnTo>
                    <a:pt x="408407" y="87313"/>
                  </a:lnTo>
                  <a:lnTo>
                    <a:pt x="414985" y="91326"/>
                  </a:lnTo>
                  <a:lnTo>
                    <a:pt x="421335" y="95415"/>
                  </a:lnTo>
                  <a:lnTo>
                    <a:pt x="427444" y="99568"/>
                  </a:lnTo>
                  <a:lnTo>
                    <a:pt x="433324" y="103785"/>
                  </a:lnTo>
                  <a:lnTo>
                    <a:pt x="438963" y="108077"/>
                  </a:lnTo>
                  <a:lnTo>
                    <a:pt x="444360" y="112433"/>
                  </a:lnTo>
                  <a:lnTo>
                    <a:pt x="449504" y="116853"/>
                  </a:lnTo>
                  <a:lnTo>
                    <a:pt x="454393" y="121336"/>
                  </a:lnTo>
                  <a:lnTo>
                    <a:pt x="459029" y="125895"/>
                  </a:lnTo>
                  <a:lnTo>
                    <a:pt x="463398" y="130505"/>
                  </a:lnTo>
                  <a:lnTo>
                    <a:pt x="467500" y="135192"/>
                  </a:lnTo>
                  <a:lnTo>
                    <a:pt x="471335" y="139941"/>
                  </a:lnTo>
                  <a:lnTo>
                    <a:pt x="474904" y="144742"/>
                  </a:lnTo>
                  <a:lnTo>
                    <a:pt x="478180" y="149606"/>
                  </a:lnTo>
                  <a:lnTo>
                    <a:pt x="481178" y="154534"/>
                  </a:lnTo>
                  <a:lnTo>
                    <a:pt x="483883" y="159525"/>
                  </a:lnTo>
                  <a:lnTo>
                    <a:pt x="486296" y="164567"/>
                  </a:lnTo>
                  <a:lnTo>
                    <a:pt x="488391" y="169672"/>
                  </a:lnTo>
                  <a:lnTo>
                    <a:pt x="490195" y="174828"/>
                  </a:lnTo>
                  <a:lnTo>
                    <a:pt x="491680" y="180035"/>
                  </a:lnTo>
                  <a:lnTo>
                    <a:pt x="492836" y="185293"/>
                  </a:lnTo>
                  <a:lnTo>
                    <a:pt x="493674" y="190589"/>
                  </a:lnTo>
                  <a:lnTo>
                    <a:pt x="494182" y="195923"/>
                  </a:lnTo>
                  <a:lnTo>
                    <a:pt x="494348" y="201295"/>
                  </a:lnTo>
                  <a:lnTo>
                    <a:pt x="494182" y="206667"/>
                  </a:lnTo>
                  <a:lnTo>
                    <a:pt x="493674" y="212001"/>
                  </a:lnTo>
                  <a:lnTo>
                    <a:pt x="492836" y="217297"/>
                  </a:lnTo>
                  <a:lnTo>
                    <a:pt x="491680" y="222555"/>
                  </a:lnTo>
                  <a:lnTo>
                    <a:pt x="490195" y="227762"/>
                  </a:lnTo>
                  <a:lnTo>
                    <a:pt x="488391" y="232918"/>
                  </a:lnTo>
                  <a:lnTo>
                    <a:pt x="486296" y="238023"/>
                  </a:lnTo>
                  <a:lnTo>
                    <a:pt x="483883" y="243065"/>
                  </a:lnTo>
                  <a:lnTo>
                    <a:pt x="481178" y="248057"/>
                  </a:lnTo>
                  <a:lnTo>
                    <a:pt x="478180" y="252984"/>
                  </a:lnTo>
                  <a:lnTo>
                    <a:pt x="474904" y="257848"/>
                  </a:lnTo>
                  <a:lnTo>
                    <a:pt x="471335" y="262649"/>
                  </a:lnTo>
                  <a:lnTo>
                    <a:pt x="467500" y="267399"/>
                  </a:lnTo>
                  <a:lnTo>
                    <a:pt x="463398" y="272085"/>
                  </a:lnTo>
                  <a:lnTo>
                    <a:pt x="459029" y="276695"/>
                  </a:lnTo>
                  <a:lnTo>
                    <a:pt x="454393" y="281254"/>
                  </a:lnTo>
                  <a:lnTo>
                    <a:pt x="449504" y="285737"/>
                  </a:lnTo>
                  <a:lnTo>
                    <a:pt x="444360" y="290157"/>
                  </a:lnTo>
                  <a:lnTo>
                    <a:pt x="438963" y="294513"/>
                  </a:lnTo>
                  <a:lnTo>
                    <a:pt x="433324" y="298806"/>
                  </a:lnTo>
                  <a:lnTo>
                    <a:pt x="427444" y="303022"/>
                  </a:lnTo>
                  <a:lnTo>
                    <a:pt x="421335" y="307175"/>
                  </a:lnTo>
                  <a:lnTo>
                    <a:pt x="414985" y="311264"/>
                  </a:lnTo>
                  <a:lnTo>
                    <a:pt x="408407" y="315278"/>
                  </a:lnTo>
                  <a:lnTo>
                    <a:pt x="401599" y="319215"/>
                  </a:lnTo>
                  <a:lnTo>
                    <a:pt x="394576" y="323075"/>
                  </a:lnTo>
                  <a:lnTo>
                    <a:pt x="387325" y="326873"/>
                  </a:lnTo>
                  <a:lnTo>
                    <a:pt x="379857" y="330607"/>
                  </a:lnTo>
                  <a:lnTo>
                    <a:pt x="364325" y="337795"/>
                  </a:lnTo>
                  <a:lnTo>
                    <a:pt x="347967" y="344678"/>
                  </a:lnTo>
                  <a:lnTo>
                    <a:pt x="330822" y="351244"/>
                  </a:lnTo>
                  <a:lnTo>
                    <a:pt x="312915" y="357467"/>
                  </a:lnTo>
                  <a:lnTo>
                    <a:pt x="294297" y="363347"/>
                  </a:lnTo>
                  <a:lnTo>
                    <a:pt x="274980" y="368859"/>
                  </a:lnTo>
                  <a:lnTo>
                    <a:pt x="254991" y="374002"/>
                  </a:lnTo>
                  <a:lnTo>
                    <a:pt x="234379" y="378765"/>
                  </a:lnTo>
                  <a:lnTo>
                    <a:pt x="213157" y="383121"/>
                  </a:lnTo>
                  <a:lnTo>
                    <a:pt x="191364" y="387083"/>
                  </a:lnTo>
                  <a:lnTo>
                    <a:pt x="169024" y="390614"/>
                  </a:lnTo>
                  <a:lnTo>
                    <a:pt x="146177" y="393713"/>
                  </a:lnTo>
                  <a:lnTo>
                    <a:pt x="122847" y="396380"/>
                  </a:lnTo>
                  <a:lnTo>
                    <a:pt x="99060" y="398577"/>
                  </a:lnTo>
                  <a:lnTo>
                    <a:pt x="74867" y="400317"/>
                  </a:lnTo>
                  <a:lnTo>
                    <a:pt x="62598" y="401003"/>
                  </a:lnTo>
                  <a:lnTo>
                    <a:pt x="50254" y="401574"/>
                  </a:lnTo>
                  <a:lnTo>
                    <a:pt x="37808" y="402019"/>
                  </a:lnTo>
                  <a:lnTo>
                    <a:pt x="25286" y="402336"/>
                  </a:lnTo>
                  <a:lnTo>
                    <a:pt x="12687" y="402527"/>
                  </a:lnTo>
                  <a:lnTo>
                    <a:pt x="0" y="402590"/>
                  </a:lnTo>
                  <a:lnTo>
                    <a:pt x="0" y="393065"/>
                  </a:lnTo>
                  <a:lnTo>
                    <a:pt x="12611" y="393002"/>
                  </a:lnTo>
                  <a:lnTo>
                    <a:pt x="12560" y="393002"/>
                  </a:lnTo>
                  <a:lnTo>
                    <a:pt x="25121" y="392811"/>
                  </a:lnTo>
                  <a:lnTo>
                    <a:pt x="25070" y="392811"/>
                  </a:lnTo>
                  <a:lnTo>
                    <a:pt x="37554" y="392494"/>
                  </a:lnTo>
                  <a:lnTo>
                    <a:pt x="37503" y="392494"/>
                  </a:lnTo>
                  <a:lnTo>
                    <a:pt x="49886" y="392049"/>
                  </a:lnTo>
                  <a:lnTo>
                    <a:pt x="49835" y="392049"/>
                  </a:lnTo>
                  <a:lnTo>
                    <a:pt x="62141" y="391490"/>
                  </a:lnTo>
                  <a:lnTo>
                    <a:pt x="62090" y="391490"/>
                  </a:lnTo>
                  <a:lnTo>
                    <a:pt x="74295" y="390804"/>
                  </a:lnTo>
                  <a:lnTo>
                    <a:pt x="74219" y="390817"/>
                  </a:lnTo>
                  <a:lnTo>
                    <a:pt x="98323" y="389090"/>
                  </a:lnTo>
                  <a:lnTo>
                    <a:pt x="98235" y="389090"/>
                  </a:lnTo>
                  <a:lnTo>
                    <a:pt x="121920" y="386893"/>
                  </a:lnTo>
                  <a:lnTo>
                    <a:pt x="121818" y="386906"/>
                  </a:lnTo>
                  <a:lnTo>
                    <a:pt x="144999" y="384269"/>
                  </a:lnTo>
                  <a:lnTo>
                    <a:pt x="167691" y="381178"/>
                  </a:lnTo>
                  <a:lnTo>
                    <a:pt x="167589" y="381203"/>
                  </a:lnTo>
                  <a:lnTo>
                    <a:pt x="189827" y="377685"/>
                  </a:lnTo>
                  <a:lnTo>
                    <a:pt x="189713" y="377698"/>
                  </a:lnTo>
                  <a:lnTo>
                    <a:pt x="211404" y="373761"/>
                  </a:lnTo>
                  <a:lnTo>
                    <a:pt x="211290" y="373787"/>
                  </a:lnTo>
                  <a:lnTo>
                    <a:pt x="232369" y="369451"/>
                  </a:lnTo>
                  <a:lnTo>
                    <a:pt x="252793" y="364731"/>
                  </a:lnTo>
                  <a:lnTo>
                    <a:pt x="252679" y="364757"/>
                  </a:lnTo>
                  <a:lnTo>
                    <a:pt x="272542" y="359651"/>
                  </a:lnTo>
                  <a:lnTo>
                    <a:pt x="272428" y="359689"/>
                  </a:lnTo>
                  <a:lnTo>
                    <a:pt x="291553" y="354221"/>
                  </a:lnTo>
                  <a:lnTo>
                    <a:pt x="309994" y="348412"/>
                  </a:lnTo>
                  <a:lnTo>
                    <a:pt x="309855" y="348450"/>
                  </a:lnTo>
                  <a:lnTo>
                    <a:pt x="327545" y="342305"/>
                  </a:lnTo>
                  <a:lnTo>
                    <a:pt x="344472" y="335820"/>
                  </a:lnTo>
                  <a:lnTo>
                    <a:pt x="360553" y="329044"/>
                  </a:lnTo>
                  <a:lnTo>
                    <a:pt x="360401" y="329121"/>
                  </a:lnTo>
                  <a:lnTo>
                    <a:pt x="375780" y="321983"/>
                  </a:lnTo>
                  <a:lnTo>
                    <a:pt x="375666" y="322047"/>
                  </a:lnTo>
                  <a:lnTo>
                    <a:pt x="383045" y="318364"/>
                  </a:lnTo>
                  <a:lnTo>
                    <a:pt x="382956" y="318414"/>
                  </a:lnTo>
                  <a:lnTo>
                    <a:pt x="390119" y="314668"/>
                  </a:lnTo>
                  <a:lnTo>
                    <a:pt x="390030" y="314706"/>
                  </a:lnTo>
                  <a:lnTo>
                    <a:pt x="396938" y="310910"/>
                  </a:lnTo>
                  <a:lnTo>
                    <a:pt x="403581" y="307061"/>
                  </a:lnTo>
                  <a:lnTo>
                    <a:pt x="403492" y="307112"/>
                  </a:lnTo>
                  <a:lnTo>
                    <a:pt x="409981" y="303162"/>
                  </a:lnTo>
                  <a:lnTo>
                    <a:pt x="409880" y="303213"/>
                  </a:lnTo>
                  <a:lnTo>
                    <a:pt x="416128" y="299199"/>
                  </a:lnTo>
                  <a:lnTo>
                    <a:pt x="416027" y="299263"/>
                  </a:lnTo>
                  <a:lnTo>
                    <a:pt x="422046" y="295186"/>
                  </a:lnTo>
                  <a:lnTo>
                    <a:pt x="421945" y="295250"/>
                  </a:lnTo>
                  <a:lnTo>
                    <a:pt x="427688" y="291126"/>
                  </a:lnTo>
                  <a:lnTo>
                    <a:pt x="433146" y="286982"/>
                  </a:lnTo>
                  <a:lnTo>
                    <a:pt x="433032" y="287058"/>
                  </a:lnTo>
                  <a:lnTo>
                    <a:pt x="438315" y="282791"/>
                  </a:lnTo>
                  <a:lnTo>
                    <a:pt x="438201" y="282893"/>
                  </a:lnTo>
                  <a:lnTo>
                    <a:pt x="443174" y="278611"/>
                  </a:lnTo>
                  <a:lnTo>
                    <a:pt x="447891" y="274282"/>
                  </a:lnTo>
                  <a:lnTo>
                    <a:pt x="447777" y="274396"/>
                  </a:lnTo>
                  <a:lnTo>
                    <a:pt x="452198" y="270049"/>
                  </a:lnTo>
                  <a:lnTo>
                    <a:pt x="456425" y="265595"/>
                  </a:lnTo>
                  <a:lnTo>
                    <a:pt x="456298" y="265722"/>
                  </a:lnTo>
                  <a:lnTo>
                    <a:pt x="460286" y="261188"/>
                  </a:lnTo>
                  <a:lnTo>
                    <a:pt x="460159" y="261328"/>
                  </a:lnTo>
                  <a:lnTo>
                    <a:pt x="463867" y="256743"/>
                  </a:lnTo>
                  <a:lnTo>
                    <a:pt x="463753" y="256908"/>
                  </a:lnTo>
                  <a:lnTo>
                    <a:pt x="467182" y="252260"/>
                  </a:lnTo>
                  <a:lnTo>
                    <a:pt x="467068" y="252438"/>
                  </a:lnTo>
                  <a:lnTo>
                    <a:pt x="470217" y="247752"/>
                  </a:lnTo>
                  <a:lnTo>
                    <a:pt x="470103" y="247942"/>
                  </a:lnTo>
                  <a:lnTo>
                    <a:pt x="472934" y="243271"/>
                  </a:lnTo>
                  <a:lnTo>
                    <a:pt x="475356" y="238806"/>
                  </a:lnTo>
                  <a:lnTo>
                    <a:pt x="477582" y="234146"/>
                  </a:lnTo>
                  <a:lnTo>
                    <a:pt x="479508" y="229489"/>
                  </a:lnTo>
                  <a:lnTo>
                    <a:pt x="481130" y="224830"/>
                  </a:lnTo>
                  <a:lnTo>
                    <a:pt x="482451" y="220168"/>
                  </a:lnTo>
                  <a:lnTo>
                    <a:pt x="483478" y="215501"/>
                  </a:lnTo>
                  <a:lnTo>
                    <a:pt x="484213" y="210831"/>
                  </a:lnTo>
                  <a:lnTo>
                    <a:pt x="484678" y="205973"/>
                  </a:lnTo>
                  <a:lnTo>
                    <a:pt x="484818" y="201295"/>
                  </a:lnTo>
                  <a:lnTo>
                    <a:pt x="484678" y="196617"/>
                  </a:lnTo>
                  <a:lnTo>
                    <a:pt x="484213" y="191760"/>
                  </a:lnTo>
                  <a:lnTo>
                    <a:pt x="483478" y="187089"/>
                  </a:lnTo>
                  <a:lnTo>
                    <a:pt x="482451" y="182422"/>
                  </a:lnTo>
                  <a:lnTo>
                    <a:pt x="481130" y="177760"/>
                  </a:lnTo>
                  <a:lnTo>
                    <a:pt x="479508" y="173101"/>
                  </a:lnTo>
                  <a:lnTo>
                    <a:pt x="477582" y="168444"/>
                  </a:lnTo>
                  <a:lnTo>
                    <a:pt x="475356" y="163784"/>
                  </a:lnTo>
                  <a:lnTo>
                    <a:pt x="472934" y="159320"/>
                  </a:lnTo>
                  <a:lnTo>
                    <a:pt x="470103" y="154648"/>
                  </a:lnTo>
                  <a:lnTo>
                    <a:pt x="470217" y="154838"/>
                  </a:lnTo>
                  <a:lnTo>
                    <a:pt x="467068" y="150152"/>
                  </a:lnTo>
                  <a:lnTo>
                    <a:pt x="467182" y="150330"/>
                  </a:lnTo>
                  <a:lnTo>
                    <a:pt x="463753" y="145682"/>
                  </a:lnTo>
                  <a:lnTo>
                    <a:pt x="463867" y="145847"/>
                  </a:lnTo>
                  <a:lnTo>
                    <a:pt x="460159" y="141262"/>
                  </a:lnTo>
                  <a:lnTo>
                    <a:pt x="460286" y="141402"/>
                  </a:lnTo>
                  <a:lnTo>
                    <a:pt x="456367" y="136934"/>
                  </a:lnTo>
                  <a:lnTo>
                    <a:pt x="452198" y="132541"/>
                  </a:lnTo>
                  <a:lnTo>
                    <a:pt x="447777" y="128194"/>
                  </a:lnTo>
                  <a:lnTo>
                    <a:pt x="447891" y="128308"/>
                  </a:lnTo>
                  <a:lnTo>
                    <a:pt x="443174" y="123980"/>
                  </a:lnTo>
                  <a:lnTo>
                    <a:pt x="438201" y="119698"/>
                  </a:lnTo>
                  <a:lnTo>
                    <a:pt x="438315" y="119799"/>
                  </a:lnTo>
                  <a:lnTo>
                    <a:pt x="433032" y="115532"/>
                  </a:lnTo>
                  <a:lnTo>
                    <a:pt x="433146" y="115608"/>
                  </a:lnTo>
                  <a:lnTo>
                    <a:pt x="427688" y="111464"/>
                  </a:lnTo>
                  <a:lnTo>
                    <a:pt x="421945" y="107341"/>
                  </a:lnTo>
                  <a:lnTo>
                    <a:pt x="422046" y="107404"/>
                  </a:lnTo>
                  <a:lnTo>
                    <a:pt x="416027" y="103327"/>
                  </a:lnTo>
                  <a:lnTo>
                    <a:pt x="416128" y="103391"/>
                  </a:lnTo>
                  <a:lnTo>
                    <a:pt x="409880" y="99378"/>
                  </a:lnTo>
                  <a:lnTo>
                    <a:pt x="409981" y="99428"/>
                  </a:lnTo>
                  <a:lnTo>
                    <a:pt x="403492" y="95479"/>
                  </a:lnTo>
                  <a:lnTo>
                    <a:pt x="403581" y="95529"/>
                  </a:lnTo>
                  <a:lnTo>
                    <a:pt x="396938" y="91680"/>
                  </a:lnTo>
                  <a:lnTo>
                    <a:pt x="390030" y="87884"/>
                  </a:lnTo>
                  <a:lnTo>
                    <a:pt x="390119" y="87922"/>
                  </a:lnTo>
                  <a:lnTo>
                    <a:pt x="382956" y="84176"/>
                  </a:lnTo>
                  <a:lnTo>
                    <a:pt x="383045" y="84226"/>
                  </a:lnTo>
                  <a:lnTo>
                    <a:pt x="375666" y="80544"/>
                  </a:lnTo>
                  <a:lnTo>
                    <a:pt x="375780" y="80607"/>
                  </a:lnTo>
                  <a:lnTo>
                    <a:pt x="360401" y="73470"/>
                  </a:lnTo>
                  <a:lnTo>
                    <a:pt x="360553" y="73546"/>
                  </a:lnTo>
                  <a:lnTo>
                    <a:pt x="344472" y="66771"/>
                  </a:lnTo>
                  <a:lnTo>
                    <a:pt x="327545" y="60286"/>
                  </a:lnTo>
                  <a:lnTo>
                    <a:pt x="309855" y="54140"/>
                  </a:lnTo>
                  <a:lnTo>
                    <a:pt x="309994" y="54178"/>
                  </a:lnTo>
                  <a:lnTo>
                    <a:pt x="291553" y="48369"/>
                  </a:lnTo>
                  <a:lnTo>
                    <a:pt x="272428" y="42901"/>
                  </a:lnTo>
                  <a:lnTo>
                    <a:pt x="272542" y="42939"/>
                  </a:lnTo>
                  <a:lnTo>
                    <a:pt x="252679" y="37833"/>
                  </a:lnTo>
                  <a:lnTo>
                    <a:pt x="252793" y="37859"/>
                  </a:lnTo>
                  <a:lnTo>
                    <a:pt x="232369" y="33139"/>
                  </a:lnTo>
                  <a:lnTo>
                    <a:pt x="211290" y="28804"/>
                  </a:lnTo>
                  <a:lnTo>
                    <a:pt x="211404" y="28829"/>
                  </a:lnTo>
                  <a:lnTo>
                    <a:pt x="189713" y="24892"/>
                  </a:lnTo>
                  <a:lnTo>
                    <a:pt x="189827" y="24905"/>
                  </a:lnTo>
                  <a:lnTo>
                    <a:pt x="167589" y="21387"/>
                  </a:lnTo>
                  <a:lnTo>
                    <a:pt x="167691" y="21412"/>
                  </a:lnTo>
                  <a:lnTo>
                    <a:pt x="144999" y="18321"/>
                  </a:lnTo>
                  <a:lnTo>
                    <a:pt x="121818" y="15685"/>
                  </a:lnTo>
                  <a:lnTo>
                    <a:pt x="121920" y="15697"/>
                  </a:lnTo>
                  <a:lnTo>
                    <a:pt x="98235" y="13500"/>
                  </a:lnTo>
                  <a:lnTo>
                    <a:pt x="98323" y="13500"/>
                  </a:lnTo>
                  <a:lnTo>
                    <a:pt x="74219" y="11773"/>
                  </a:lnTo>
                  <a:lnTo>
                    <a:pt x="74295" y="11786"/>
                  </a:lnTo>
                  <a:lnTo>
                    <a:pt x="62090" y="11100"/>
                  </a:lnTo>
                  <a:lnTo>
                    <a:pt x="62141" y="11100"/>
                  </a:lnTo>
                  <a:lnTo>
                    <a:pt x="49835" y="10528"/>
                  </a:lnTo>
                  <a:lnTo>
                    <a:pt x="49886" y="10541"/>
                  </a:lnTo>
                  <a:lnTo>
                    <a:pt x="37503" y="10097"/>
                  </a:lnTo>
                  <a:lnTo>
                    <a:pt x="37554" y="10097"/>
                  </a:lnTo>
                  <a:lnTo>
                    <a:pt x="25070" y="9779"/>
                  </a:lnTo>
                  <a:lnTo>
                    <a:pt x="25121" y="9779"/>
                  </a:lnTo>
                  <a:lnTo>
                    <a:pt x="12560" y="9589"/>
                  </a:lnTo>
                  <a:lnTo>
                    <a:pt x="12611" y="9589"/>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87" name="Rectangle 186"/>
            <p:cNvSpPr/>
            <p:nvPr/>
          </p:nvSpPr>
          <p:spPr>
            <a:xfrm>
              <a:off x="1679131" y="1310640"/>
              <a:ext cx="524459"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Login</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88" name="Shape 1535"/>
            <p:cNvSpPr/>
            <p:nvPr/>
          </p:nvSpPr>
          <p:spPr>
            <a:xfrm>
              <a:off x="3281045" y="1814100"/>
              <a:ext cx="449580" cy="414020"/>
            </a:xfrm>
            <a:custGeom>
              <a:avLst/>
              <a:gdLst/>
              <a:ahLst/>
              <a:cxnLst/>
              <a:rect l="0" t="0" r="0" b="0"/>
              <a:pathLst>
                <a:path w="449580" h="414020">
                  <a:moveTo>
                    <a:pt x="449580" y="0"/>
                  </a:moveTo>
                  <a:lnTo>
                    <a:pt x="449580" y="9525"/>
                  </a:lnTo>
                  <a:lnTo>
                    <a:pt x="438124" y="9588"/>
                  </a:lnTo>
                  <a:lnTo>
                    <a:pt x="438175" y="9588"/>
                  </a:lnTo>
                  <a:lnTo>
                    <a:pt x="426770" y="9792"/>
                  </a:lnTo>
                  <a:lnTo>
                    <a:pt x="426822" y="9792"/>
                  </a:lnTo>
                  <a:lnTo>
                    <a:pt x="415493" y="10109"/>
                  </a:lnTo>
                  <a:lnTo>
                    <a:pt x="415544" y="10109"/>
                  </a:lnTo>
                  <a:lnTo>
                    <a:pt x="404292" y="10566"/>
                  </a:lnTo>
                  <a:lnTo>
                    <a:pt x="404342" y="10566"/>
                  </a:lnTo>
                  <a:lnTo>
                    <a:pt x="393179" y="11138"/>
                  </a:lnTo>
                  <a:lnTo>
                    <a:pt x="393230" y="11138"/>
                  </a:lnTo>
                  <a:lnTo>
                    <a:pt x="382143" y="11849"/>
                  </a:lnTo>
                  <a:lnTo>
                    <a:pt x="382194" y="11836"/>
                  </a:lnTo>
                  <a:lnTo>
                    <a:pt x="371196" y="12675"/>
                  </a:lnTo>
                  <a:lnTo>
                    <a:pt x="371259" y="12662"/>
                  </a:lnTo>
                  <a:lnTo>
                    <a:pt x="360350" y="13614"/>
                  </a:lnTo>
                  <a:lnTo>
                    <a:pt x="360426" y="13602"/>
                  </a:lnTo>
                  <a:lnTo>
                    <a:pt x="339002" y="15853"/>
                  </a:lnTo>
                  <a:lnTo>
                    <a:pt x="317919" y="18580"/>
                  </a:lnTo>
                  <a:lnTo>
                    <a:pt x="318033" y="18567"/>
                  </a:lnTo>
                  <a:lnTo>
                    <a:pt x="297358" y="21742"/>
                  </a:lnTo>
                  <a:lnTo>
                    <a:pt x="297472" y="21717"/>
                  </a:lnTo>
                  <a:lnTo>
                    <a:pt x="277279" y="25349"/>
                  </a:lnTo>
                  <a:lnTo>
                    <a:pt x="277393" y="25324"/>
                  </a:lnTo>
                  <a:lnTo>
                    <a:pt x="257733" y="29367"/>
                  </a:lnTo>
                  <a:lnTo>
                    <a:pt x="238633" y="33807"/>
                  </a:lnTo>
                  <a:lnTo>
                    <a:pt x="238760" y="33782"/>
                  </a:lnTo>
                  <a:lnTo>
                    <a:pt x="220129" y="38646"/>
                  </a:lnTo>
                  <a:lnTo>
                    <a:pt x="220256" y="38621"/>
                  </a:lnTo>
                  <a:lnTo>
                    <a:pt x="202209" y="43879"/>
                  </a:lnTo>
                  <a:lnTo>
                    <a:pt x="202349" y="43840"/>
                  </a:lnTo>
                  <a:lnTo>
                    <a:pt x="184899" y="49479"/>
                  </a:lnTo>
                  <a:lnTo>
                    <a:pt x="185039" y="49428"/>
                  </a:lnTo>
                  <a:lnTo>
                    <a:pt x="168237" y="55435"/>
                  </a:lnTo>
                  <a:lnTo>
                    <a:pt x="168377" y="55372"/>
                  </a:lnTo>
                  <a:lnTo>
                    <a:pt x="152302" y="61708"/>
                  </a:lnTo>
                  <a:lnTo>
                    <a:pt x="136944" y="68364"/>
                  </a:lnTo>
                  <a:lnTo>
                    <a:pt x="137096" y="68300"/>
                  </a:lnTo>
                  <a:lnTo>
                    <a:pt x="122364" y="75324"/>
                  </a:lnTo>
                  <a:lnTo>
                    <a:pt x="122529" y="75235"/>
                  </a:lnTo>
                  <a:lnTo>
                    <a:pt x="108547" y="82575"/>
                  </a:lnTo>
                  <a:lnTo>
                    <a:pt x="108674" y="82512"/>
                  </a:lnTo>
                  <a:lnTo>
                    <a:pt x="102046" y="86259"/>
                  </a:lnTo>
                  <a:lnTo>
                    <a:pt x="95555" y="90094"/>
                  </a:lnTo>
                  <a:lnTo>
                    <a:pt x="95656" y="90043"/>
                  </a:lnTo>
                  <a:lnTo>
                    <a:pt x="89344" y="93967"/>
                  </a:lnTo>
                  <a:lnTo>
                    <a:pt x="89446" y="93917"/>
                  </a:lnTo>
                  <a:lnTo>
                    <a:pt x="83337" y="97917"/>
                  </a:lnTo>
                  <a:lnTo>
                    <a:pt x="83439" y="97854"/>
                  </a:lnTo>
                  <a:lnTo>
                    <a:pt x="77546" y="101917"/>
                  </a:lnTo>
                  <a:lnTo>
                    <a:pt x="77648" y="101854"/>
                  </a:lnTo>
                  <a:lnTo>
                    <a:pt x="71958" y="105982"/>
                  </a:lnTo>
                  <a:lnTo>
                    <a:pt x="72060" y="105918"/>
                  </a:lnTo>
                  <a:lnTo>
                    <a:pt x="66599" y="110109"/>
                  </a:lnTo>
                  <a:lnTo>
                    <a:pt x="66700" y="110033"/>
                  </a:lnTo>
                  <a:lnTo>
                    <a:pt x="61455" y="114300"/>
                  </a:lnTo>
                  <a:lnTo>
                    <a:pt x="61557" y="114211"/>
                  </a:lnTo>
                  <a:lnTo>
                    <a:pt x="56528" y="118542"/>
                  </a:lnTo>
                  <a:lnTo>
                    <a:pt x="56642" y="118453"/>
                  </a:lnTo>
                  <a:lnTo>
                    <a:pt x="51841" y="122847"/>
                  </a:lnTo>
                  <a:lnTo>
                    <a:pt x="51943" y="122745"/>
                  </a:lnTo>
                  <a:lnTo>
                    <a:pt x="47384" y="127190"/>
                  </a:lnTo>
                  <a:lnTo>
                    <a:pt x="47485" y="127076"/>
                  </a:lnTo>
                  <a:lnTo>
                    <a:pt x="43154" y="131585"/>
                  </a:lnTo>
                  <a:lnTo>
                    <a:pt x="43256" y="131470"/>
                  </a:lnTo>
                  <a:lnTo>
                    <a:pt x="39154" y="136030"/>
                  </a:lnTo>
                  <a:lnTo>
                    <a:pt x="39268" y="135903"/>
                  </a:lnTo>
                  <a:lnTo>
                    <a:pt x="35492" y="140425"/>
                  </a:lnTo>
                  <a:lnTo>
                    <a:pt x="31902" y="145059"/>
                  </a:lnTo>
                  <a:lnTo>
                    <a:pt x="32004" y="144907"/>
                  </a:lnTo>
                  <a:lnTo>
                    <a:pt x="28666" y="149592"/>
                  </a:lnTo>
                  <a:lnTo>
                    <a:pt x="25711" y="154109"/>
                  </a:lnTo>
                  <a:lnTo>
                    <a:pt x="22860" y="158902"/>
                  </a:lnTo>
                  <a:lnTo>
                    <a:pt x="22961" y="158712"/>
                  </a:lnTo>
                  <a:lnTo>
                    <a:pt x="20387" y="163511"/>
                  </a:lnTo>
                  <a:lnTo>
                    <a:pt x="18097" y="168313"/>
                  </a:lnTo>
                  <a:lnTo>
                    <a:pt x="18186" y="168097"/>
                  </a:lnTo>
                  <a:lnTo>
                    <a:pt x="16103" y="173063"/>
                  </a:lnTo>
                  <a:lnTo>
                    <a:pt x="16180" y="172834"/>
                  </a:lnTo>
                  <a:lnTo>
                    <a:pt x="14403" y="177728"/>
                  </a:lnTo>
                  <a:lnTo>
                    <a:pt x="12907" y="182596"/>
                  </a:lnTo>
                  <a:lnTo>
                    <a:pt x="11700" y="187426"/>
                  </a:lnTo>
                  <a:lnTo>
                    <a:pt x="10778" y="192127"/>
                  </a:lnTo>
                  <a:lnTo>
                    <a:pt x="10068" y="197186"/>
                  </a:lnTo>
                  <a:lnTo>
                    <a:pt x="9660" y="202084"/>
                  </a:lnTo>
                  <a:lnTo>
                    <a:pt x="9528" y="207010"/>
                  </a:lnTo>
                  <a:lnTo>
                    <a:pt x="9660" y="211936"/>
                  </a:lnTo>
                  <a:lnTo>
                    <a:pt x="10068" y="216834"/>
                  </a:lnTo>
                  <a:lnTo>
                    <a:pt x="10778" y="221893"/>
                  </a:lnTo>
                  <a:lnTo>
                    <a:pt x="11700" y="226594"/>
                  </a:lnTo>
                  <a:lnTo>
                    <a:pt x="12908" y="231425"/>
                  </a:lnTo>
                  <a:lnTo>
                    <a:pt x="14403" y="236292"/>
                  </a:lnTo>
                  <a:lnTo>
                    <a:pt x="16180" y="241186"/>
                  </a:lnTo>
                  <a:lnTo>
                    <a:pt x="16103" y="240957"/>
                  </a:lnTo>
                  <a:lnTo>
                    <a:pt x="18126" y="245779"/>
                  </a:lnTo>
                  <a:lnTo>
                    <a:pt x="20386" y="250506"/>
                  </a:lnTo>
                  <a:lnTo>
                    <a:pt x="22961" y="255308"/>
                  </a:lnTo>
                  <a:lnTo>
                    <a:pt x="22860" y="255118"/>
                  </a:lnTo>
                  <a:lnTo>
                    <a:pt x="25710" y="259909"/>
                  </a:lnTo>
                  <a:lnTo>
                    <a:pt x="28665" y="264426"/>
                  </a:lnTo>
                  <a:lnTo>
                    <a:pt x="32004" y="269113"/>
                  </a:lnTo>
                  <a:lnTo>
                    <a:pt x="31902" y="268961"/>
                  </a:lnTo>
                  <a:lnTo>
                    <a:pt x="35494" y="273598"/>
                  </a:lnTo>
                  <a:lnTo>
                    <a:pt x="39268" y="278117"/>
                  </a:lnTo>
                  <a:lnTo>
                    <a:pt x="43256" y="282550"/>
                  </a:lnTo>
                  <a:lnTo>
                    <a:pt x="43154" y="282435"/>
                  </a:lnTo>
                  <a:lnTo>
                    <a:pt x="47485" y="286944"/>
                  </a:lnTo>
                  <a:lnTo>
                    <a:pt x="47384" y="286829"/>
                  </a:lnTo>
                  <a:lnTo>
                    <a:pt x="51943" y="291274"/>
                  </a:lnTo>
                  <a:lnTo>
                    <a:pt x="51841" y="291173"/>
                  </a:lnTo>
                  <a:lnTo>
                    <a:pt x="56642" y="295567"/>
                  </a:lnTo>
                  <a:lnTo>
                    <a:pt x="56528" y="295478"/>
                  </a:lnTo>
                  <a:lnTo>
                    <a:pt x="61557" y="299809"/>
                  </a:lnTo>
                  <a:lnTo>
                    <a:pt x="61455" y="299720"/>
                  </a:lnTo>
                  <a:lnTo>
                    <a:pt x="66700" y="303987"/>
                  </a:lnTo>
                  <a:lnTo>
                    <a:pt x="66599" y="303911"/>
                  </a:lnTo>
                  <a:lnTo>
                    <a:pt x="72060" y="308102"/>
                  </a:lnTo>
                  <a:lnTo>
                    <a:pt x="71958" y="308038"/>
                  </a:lnTo>
                  <a:lnTo>
                    <a:pt x="77648" y="312166"/>
                  </a:lnTo>
                  <a:lnTo>
                    <a:pt x="77546" y="312102"/>
                  </a:lnTo>
                  <a:lnTo>
                    <a:pt x="83439" y="316167"/>
                  </a:lnTo>
                  <a:lnTo>
                    <a:pt x="83337" y="316103"/>
                  </a:lnTo>
                  <a:lnTo>
                    <a:pt x="89446" y="320104"/>
                  </a:lnTo>
                  <a:lnTo>
                    <a:pt x="89344" y="320053"/>
                  </a:lnTo>
                  <a:lnTo>
                    <a:pt x="95656" y="323977"/>
                  </a:lnTo>
                  <a:lnTo>
                    <a:pt x="95555" y="323926"/>
                  </a:lnTo>
                  <a:lnTo>
                    <a:pt x="102046" y="327760"/>
                  </a:lnTo>
                  <a:lnTo>
                    <a:pt x="108674" y="331508"/>
                  </a:lnTo>
                  <a:lnTo>
                    <a:pt x="108547" y="331445"/>
                  </a:lnTo>
                  <a:lnTo>
                    <a:pt x="122529" y="338785"/>
                  </a:lnTo>
                  <a:lnTo>
                    <a:pt x="122364" y="338696"/>
                  </a:lnTo>
                  <a:lnTo>
                    <a:pt x="137096" y="345719"/>
                  </a:lnTo>
                  <a:lnTo>
                    <a:pt x="136944" y="345656"/>
                  </a:lnTo>
                  <a:lnTo>
                    <a:pt x="152297" y="352310"/>
                  </a:lnTo>
                  <a:lnTo>
                    <a:pt x="168377" y="358648"/>
                  </a:lnTo>
                  <a:lnTo>
                    <a:pt x="168237" y="358585"/>
                  </a:lnTo>
                  <a:lnTo>
                    <a:pt x="185039" y="364592"/>
                  </a:lnTo>
                  <a:lnTo>
                    <a:pt x="184899" y="364541"/>
                  </a:lnTo>
                  <a:lnTo>
                    <a:pt x="202349" y="370180"/>
                  </a:lnTo>
                  <a:lnTo>
                    <a:pt x="202209" y="370142"/>
                  </a:lnTo>
                  <a:lnTo>
                    <a:pt x="220256" y="375399"/>
                  </a:lnTo>
                  <a:lnTo>
                    <a:pt x="220129" y="375374"/>
                  </a:lnTo>
                  <a:lnTo>
                    <a:pt x="238760" y="380238"/>
                  </a:lnTo>
                  <a:lnTo>
                    <a:pt x="238633" y="380213"/>
                  </a:lnTo>
                  <a:lnTo>
                    <a:pt x="257740" y="384654"/>
                  </a:lnTo>
                  <a:lnTo>
                    <a:pt x="277393" y="388696"/>
                  </a:lnTo>
                  <a:lnTo>
                    <a:pt x="277279" y="388671"/>
                  </a:lnTo>
                  <a:lnTo>
                    <a:pt x="297472" y="392303"/>
                  </a:lnTo>
                  <a:lnTo>
                    <a:pt x="297358" y="392278"/>
                  </a:lnTo>
                  <a:lnTo>
                    <a:pt x="318033" y="395453"/>
                  </a:lnTo>
                  <a:lnTo>
                    <a:pt x="317919" y="395440"/>
                  </a:lnTo>
                  <a:lnTo>
                    <a:pt x="339002" y="398167"/>
                  </a:lnTo>
                  <a:lnTo>
                    <a:pt x="360426" y="400418"/>
                  </a:lnTo>
                  <a:lnTo>
                    <a:pt x="360350" y="400406"/>
                  </a:lnTo>
                  <a:lnTo>
                    <a:pt x="371259" y="401358"/>
                  </a:lnTo>
                  <a:lnTo>
                    <a:pt x="371196" y="401345"/>
                  </a:lnTo>
                  <a:lnTo>
                    <a:pt x="382194" y="402184"/>
                  </a:lnTo>
                  <a:lnTo>
                    <a:pt x="382143" y="402171"/>
                  </a:lnTo>
                  <a:lnTo>
                    <a:pt x="393230" y="402882"/>
                  </a:lnTo>
                  <a:lnTo>
                    <a:pt x="393179" y="402882"/>
                  </a:lnTo>
                  <a:lnTo>
                    <a:pt x="404342" y="403453"/>
                  </a:lnTo>
                  <a:lnTo>
                    <a:pt x="404292" y="403453"/>
                  </a:lnTo>
                  <a:lnTo>
                    <a:pt x="415544" y="403911"/>
                  </a:lnTo>
                  <a:lnTo>
                    <a:pt x="415493" y="403911"/>
                  </a:lnTo>
                  <a:lnTo>
                    <a:pt x="426822" y="404228"/>
                  </a:lnTo>
                  <a:lnTo>
                    <a:pt x="426770" y="404228"/>
                  </a:lnTo>
                  <a:lnTo>
                    <a:pt x="438175" y="404432"/>
                  </a:lnTo>
                  <a:lnTo>
                    <a:pt x="438124" y="404432"/>
                  </a:lnTo>
                  <a:lnTo>
                    <a:pt x="449580" y="404495"/>
                  </a:lnTo>
                  <a:lnTo>
                    <a:pt x="449580" y="414020"/>
                  </a:lnTo>
                  <a:lnTo>
                    <a:pt x="438048" y="413957"/>
                  </a:lnTo>
                  <a:lnTo>
                    <a:pt x="426580" y="413753"/>
                  </a:lnTo>
                  <a:lnTo>
                    <a:pt x="415188" y="413423"/>
                  </a:lnTo>
                  <a:lnTo>
                    <a:pt x="403885" y="412966"/>
                  </a:lnTo>
                  <a:lnTo>
                    <a:pt x="392646" y="412382"/>
                  </a:lnTo>
                  <a:lnTo>
                    <a:pt x="381508" y="411683"/>
                  </a:lnTo>
                  <a:lnTo>
                    <a:pt x="370459" y="410845"/>
                  </a:lnTo>
                  <a:lnTo>
                    <a:pt x="359473" y="409892"/>
                  </a:lnTo>
                  <a:lnTo>
                    <a:pt x="337858" y="407619"/>
                  </a:lnTo>
                  <a:lnTo>
                    <a:pt x="316636" y="404876"/>
                  </a:lnTo>
                  <a:lnTo>
                    <a:pt x="295859" y="401688"/>
                  </a:lnTo>
                  <a:lnTo>
                    <a:pt x="275539" y="398043"/>
                  </a:lnTo>
                  <a:lnTo>
                    <a:pt x="255714" y="393967"/>
                  </a:lnTo>
                  <a:lnTo>
                    <a:pt x="236410" y="389471"/>
                  </a:lnTo>
                  <a:lnTo>
                    <a:pt x="217653" y="384569"/>
                  </a:lnTo>
                  <a:lnTo>
                    <a:pt x="199479" y="379273"/>
                  </a:lnTo>
                  <a:lnTo>
                    <a:pt x="181902" y="373583"/>
                  </a:lnTo>
                  <a:lnTo>
                    <a:pt x="164960" y="367538"/>
                  </a:lnTo>
                  <a:lnTo>
                    <a:pt x="148679" y="361124"/>
                  </a:lnTo>
                  <a:lnTo>
                    <a:pt x="133071" y="354355"/>
                  </a:lnTo>
                  <a:lnTo>
                    <a:pt x="118186" y="347256"/>
                  </a:lnTo>
                  <a:lnTo>
                    <a:pt x="104064" y="339839"/>
                  </a:lnTo>
                  <a:lnTo>
                    <a:pt x="97244" y="335991"/>
                  </a:lnTo>
                  <a:lnTo>
                    <a:pt x="90653" y="332092"/>
                  </a:lnTo>
                  <a:lnTo>
                    <a:pt x="84264" y="328104"/>
                  </a:lnTo>
                  <a:lnTo>
                    <a:pt x="78067" y="324041"/>
                  </a:lnTo>
                  <a:lnTo>
                    <a:pt x="72085" y="319900"/>
                  </a:lnTo>
                  <a:lnTo>
                    <a:pt x="66306" y="315697"/>
                  </a:lnTo>
                  <a:lnTo>
                    <a:pt x="60744" y="311417"/>
                  </a:lnTo>
                  <a:lnTo>
                    <a:pt x="55397" y="307061"/>
                  </a:lnTo>
                  <a:lnTo>
                    <a:pt x="50266" y="302641"/>
                  </a:lnTo>
                  <a:lnTo>
                    <a:pt x="45351" y="298158"/>
                  </a:lnTo>
                  <a:lnTo>
                    <a:pt x="40678" y="293599"/>
                  </a:lnTo>
                  <a:lnTo>
                    <a:pt x="36233" y="288976"/>
                  </a:lnTo>
                  <a:lnTo>
                    <a:pt x="32017" y="284289"/>
                  </a:lnTo>
                  <a:lnTo>
                    <a:pt x="28041" y="279540"/>
                  </a:lnTo>
                  <a:lnTo>
                    <a:pt x="24308" y="274714"/>
                  </a:lnTo>
                  <a:lnTo>
                    <a:pt x="20828" y="269837"/>
                  </a:lnTo>
                  <a:lnTo>
                    <a:pt x="17602" y="264897"/>
                  </a:lnTo>
                  <a:lnTo>
                    <a:pt x="14618" y="259905"/>
                  </a:lnTo>
                  <a:lnTo>
                    <a:pt x="11900" y="254838"/>
                  </a:lnTo>
                  <a:lnTo>
                    <a:pt x="9449" y="249720"/>
                  </a:lnTo>
                  <a:lnTo>
                    <a:pt x="7277" y="244551"/>
                  </a:lnTo>
                  <a:lnTo>
                    <a:pt x="5372" y="239332"/>
                  </a:lnTo>
                  <a:lnTo>
                    <a:pt x="3746" y="234048"/>
                  </a:lnTo>
                  <a:lnTo>
                    <a:pt x="2413" y="228727"/>
                  </a:lnTo>
                  <a:lnTo>
                    <a:pt x="1359" y="223355"/>
                  </a:lnTo>
                  <a:lnTo>
                    <a:pt x="609" y="217945"/>
                  </a:lnTo>
                  <a:lnTo>
                    <a:pt x="152" y="212496"/>
                  </a:lnTo>
                  <a:lnTo>
                    <a:pt x="0" y="207010"/>
                  </a:lnTo>
                  <a:lnTo>
                    <a:pt x="152" y="201524"/>
                  </a:lnTo>
                  <a:lnTo>
                    <a:pt x="609" y="196075"/>
                  </a:lnTo>
                  <a:lnTo>
                    <a:pt x="1359" y="190665"/>
                  </a:lnTo>
                  <a:lnTo>
                    <a:pt x="2413" y="185293"/>
                  </a:lnTo>
                  <a:lnTo>
                    <a:pt x="3746" y="179972"/>
                  </a:lnTo>
                  <a:lnTo>
                    <a:pt x="5372" y="174688"/>
                  </a:lnTo>
                  <a:lnTo>
                    <a:pt x="7277" y="169469"/>
                  </a:lnTo>
                  <a:lnTo>
                    <a:pt x="9449" y="164300"/>
                  </a:lnTo>
                  <a:lnTo>
                    <a:pt x="11900" y="159182"/>
                  </a:lnTo>
                  <a:lnTo>
                    <a:pt x="14618" y="154114"/>
                  </a:lnTo>
                  <a:lnTo>
                    <a:pt x="17602" y="149123"/>
                  </a:lnTo>
                  <a:lnTo>
                    <a:pt x="20828" y="144183"/>
                  </a:lnTo>
                  <a:lnTo>
                    <a:pt x="24308" y="139306"/>
                  </a:lnTo>
                  <a:lnTo>
                    <a:pt x="28041" y="134480"/>
                  </a:lnTo>
                  <a:lnTo>
                    <a:pt x="32017" y="129730"/>
                  </a:lnTo>
                  <a:lnTo>
                    <a:pt x="36233" y="125044"/>
                  </a:lnTo>
                  <a:lnTo>
                    <a:pt x="40678" y="120421"/>
                  </a:lnTo>
                  <a:lnTo>
                    <a:pt x="45351" y="115862"/>
                  </a:lnTo>
                  <a:lnTo>
                    <a:pt x="50266" y="111379"/>
                  </a:lnTo>
                  <a:lnTo>
                    <a:pt x="55397" y="106959"/>
                  </a:lnTo>
                  <a:lnTo>
                    <a:pt x="60744" y="102603"/>
                  </a:lnTo>
                  <a:lnTo>
                    <a:pt x="66306" y="98323"/>
                  </a:lnTo>
                  <a:lnTo>
                    <a:pt x="72085" y="94120"/>
                  </a:lnTo>
                  <a:lnTo>
                    <a:pt x="78067" y="89979"/>
                  </a:lnTo>
                  <a:lnTo>
                    <a:pt x="84264" y="85915"/>
                  </a:lnTo>
                  <a:lnTo>
                    <a:pt x="90653" y="81928"/>
                  </a:lnTo>
                  <a:lnTo>
                    <a:pt x="97244" y="78029"/>
                  </a:lnTo>
                  <a:lnTo>
                    <a:pt x="104064" y="74181"/>
                  </a:lnTo>
                  <a:lnTo>
                    <a:pt x="118186" y="66764"/>
                  </a:lnTo>
                  <a:lnTo>
                    <a:pt x="133071" y="59665"/>
                  </a:lnTo>
                  <a:lnTo>
                    <a:pt x="148679" y="52895"/>
                  </a:lnTo>
                  <a:lnTo>
                    <a:pt x="164960" y="46482"/>
                  </a:lnTo>
                  <a:lnTo>
                    <a:pt x="181902" y="40437"/>
                  </a:lnTo>
                  <a:lnTo>
                    <a:pt x="199479" y="34747"/>
                  </a:lnTo>
                  <a:lnTo>
                    <a:pt x="217653" y="29451"/>
                  </a:lnTo>
                  <a:lnTo>
                    <a:pt x="236410" y="24549"/>
                  </a:lnTo>
                  <a:lnTo>
                    <a:pt x="255714" y="20053"/>
                  </a:lnTo>
                  <a:lnTo>
                    <a:pt x="275539" y="15977"/>
                  </a:lnTo>
                  <a:lnTo>
                    <a:pt x="295859" y="12332"/>
                  </a:lnTo>
                  <a:lnTo>
                    <a:pt x="316636" y="9144"/>
                  </a:lnTo>
                  <a:lnTo>
                    <a:pt x="337858" y="6401"/>
                  </a:lnTo>
                  <a:lnTo>
                    <a:pt x="359473" y="4127"/>
                  </a:lnTo>
                  <a:lnTo>
                    <a:pt x="370459" y="3175"/>
                  </a:lnTo>
                  <a:lnTo>
                    <a:pt x="381508" y="2337"/>
                  </a:lnTo>
                  <a:lnTo>
                    <a:pt x="392646" y="1638"/>
                  </a:lnTo>
                  <a:lnTo>
                    <a:pt x="403885" y="1054"/>
                  </a:lnTo>
                  <a:lnTo>
                    <a:pt x="415188" y="597"/>
                  </a:lnTo>
                  <a:lnTo>
                    <a:pt x="426580" y="267"/>
                  </a:lnTo>
                  <a:lnTo>
                    <a:pt x="438048" y="63"/>
                  </a:lnTo>
                  <a:lnTo>
                    <a:pt x="44958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89" name="Shape 1536"/>
            <p:cNvSpPr/>
            <p:nvPr/>
          </p:nvSpPr>
          <p:spPr>
            <a:xfrm>
              <a:off x="3730625" y="1814100"/>
              <a:ext cx="449580" cy="414020"/>
            </a:xfrm>
            <a:custGeom>
              <a:avLst/>
              <a:gdLst/>
              <a:ahLst/>
              <a:cxnLst/>
              <a:rect l="0" t="0" r="0" b="0"/>
              <a:pathLst>
                <a:path w="449580" h="414020">
                  <a:moveTo>
                    <a:pt x="0" y="0"/>
                  </a:moveTo>
                  <a:lnTo>
                    <a:pt x="11531" y="63"/>
                  </a:lnTo>
                  <a:lnTo>
                    <a:pt x="23000" y="267"/>
                  </a:lnTo>
                  <a:lnTo>
                    <a:pt x="34392" y="597"/>
                  </a:lnTo>
                  <a:lnTo>
                    <a:pt x="45694" y="1054"/>
                  </a:lnTo>
                  <a:lnTo>
                    <a:pt x="56934" y="1638"/>
                  </a:lnTo>
                  <a:lnTo>
                    <a:pt x="68072" y="2337"/>
                  </a:lnTo>
                  <a:lnTo>
                    <a:pt x="79121" y="3175"/>
                  </a:lnTo>
                  <a:lnTo>
                    <a:pt x="90107" y="4127"/>
                  </a:lnTo>
                  <a:lnTo>
                    <a:pt x="111722" y="6401"/>
                  </a:lnTo>
                  <a:lnTo>
                    <a:pt x="132943" y="9144"/>
                  </a:lnTo>
                  <a:lnTo>
                    <a:pt x="153721" y="12332"/>
                  </a:lnTo>
                  <a:lnTo>
                    <a:pt x="174041" y="15977"/>
                  </a:lnTo>
                  <a:lnTo>
                    <a:pt x="193865" y="20053"/>
                  </a:lnTo>
                  <a:lnTo>
                    <a:pt x="213170" y="24549"/>
                  </a:lnTo>
                  <a:lnTo>
                    <a:pt x="231927" y="29451"/>
                  </a:lnTo>
                  <a:lnTo>
                    <a:pt x="250101" y="34747"/>
                  </a:lnTo>
                  <a:lnTo>
                    <a:pt x="267678" y="40437"/>
                  </a:lnTo>
                  <a:lnTo>
                    <a:pt x="284619" y="46482"/>
                  </a:lnTo>
                  <a:lnTo>
                    <a:pt x="300901" y="52895"/>
                  </a:lnTo>
                  <a:lnTo>
                    <a:pt x="316509" y="59665"/>
                  </a:lnTo>
                  <a:lnTo>
                    <a:pt x="331394" y="66764"/>
                  </a:lnTo>
                  <a:lnTo>
                    <a:pt x="345516" y="74181"/>
                  </a:lnTo>
                  <a:lnTo>
                    <a:pt x="352323" y="78029"/>
                  </a:lnTo>
                  <a:lnTo>
                    <a:pt x="358927" y="81928"/>
                  </a:lnTo>
                  <a:lnTo>
                    <a:pt x="365315" y="85915"/>
                  </a:lnTo>
                  <a:lnTo>
                    <a:pt x="371513" y="89979"/>
                  </a:lnTo>
                  <a:lnTo>
                    <a:pt x="377495" y="94120"/>
                  </a:lnTo>
                  <a:lnTo>
                    <a:pt x="383273" y="98323"/>
                  </a:lnTo>
                  <a:lnTo>
                    <a:pt x="388836" y="102603"/>
                  </a:lnTo>
                  <a:lnTo>
                    <a:pt x="394183" y="106959"/>
                  </a:lnTo>
                  <a:lnTo>
                    <a:pt x="399313" y="111379"/>
                  </a:lnTo>
                  <a:lnTo>
                    <a:pt x="404228" y="115862"/>
                  </a:lnTo>
                  <a:lnTo>
                    <a:pt x="408902" y="120421"/>
                  </a:lnTo>
                  <a:lnTo>
                    <a:pt x="413347" y="125044"/>
                  </a:lnTo>
                  <a:lnTo>
                    <a:pt x="417563" y="129730"/>
                  </a:lnTo>
                  <a:lnTo>
                    <a:pt x="421538" y="134480"/>
                  </a:lnTo>
                  <a:lnTo>
                    <a:pt x="425272" y="139306"/>
                  </a:lnTo>
                  <a:lnTo>
                    <a:pt x="428752" y="144183"/>
                  </a:lnTo>
                  <a:lnTo>
                    <a:pt x="431978" y="149123"/>
                  </a:lnTo>
                  <a:lnTo>
                    <a:pt x="434962" y="154114"/>
                  </a:lnTo>
                  <a:lnTo>
                    <a:pt x="437680" y="159182"/>
                  </a:lnTo>
                  <a:lnTo>
                    <a:pt x="440119" y="164300"/>
                  </a:lnTo>
                  <a:lnTo>
                    <a:pt x="442303" y="169469"/>
                  </a:lnTo>
                  <a:lnTo>
                    <a:pt x="444208" y="174688"/>
                  </a:lnTo>
                  <a:lnTo>
                    <a:pt x="445833" y="179972"/>
                  </a:lnTo>
                  <a:lnTo>
                    <a:pt x="447167" y="185293"/>
                  </a:lnTo>
                  <a:lnTo>
                    <a:pt x="448221" y="190665"/>
                  </a:lnTo>
                  <a:lnTo>
                    <a:pt x="448970" y="196075"/>
                  </a:lnTo>
                  <a:lnTo>
                    <a:pt x="449428" y="201524"/>
                  </a:lnTo>
                  <a:lnTo>
                    <a:pt x="449580" y="207010"/>
                  </a:lnTo>
                  <a:lnTo>
                    <a:pt x="449428" y="212496"/>
                  </a:lnTo>
                  <a:lnTo>
                    <a:pt x="448970" y="217945"/>
                  </a:lnTo>
                  <a:lnTo>
                    <a:pt x="448221" y="223355"/>
                  </a:lnTo>
                  <a:lnTo>
                    <a:pt x="447167" y="228727"/>
                  </a:lnTo>
                  <a:lnTo>
                    <a:pt x="445833" y="234048"/>
                  </a:lnTo>
                  <a:lnTo>
                    <a:pt x="444208" y="239332"/>
                  </a:lnTo>
                  <a:lnTo>
                    <a:pt x="442303" y="244551"/>
                  </a:lnTo>
                  <a:lnTo>
                    <a:pt x="440119" y="249720"/>
                  </a:lnTo>
                  <a:lnTo>
                    <a:pt x="437680" y="254838"/>
                  </a:lnTo>
                  <a:lnTo>
                    <a:pt x="434962" y="259905"/>
                  </a:lnTo>
                  <a:lnTo>
                    <a:pt x="431978" y="264897"/>
                  </a:lnTo>
                  <a:lnTo>
                    <a:pt x="428752" y="269837"/>
                  </a:lnTo>
                  <a:lnTo>
                    <a:pt x="425272" y="274714"/>
                  </a:lnTo>
                  <a:lnTo>
                    <a:pt x="421538" y="279540"/>
                  </a:lnTo>
                  <a:lnTo>
                    <a:pt x="417563" y="284289"/>
                  </a:lnTo>
                  <a:lnTo>
                    <a:pt x="413347" y="288976"/>
                  </a:lnTo>
                  <a:lnTo>
                    <a:pt x="408902" y="293599"/>
                  </a:lnTo>
                  <a:lnTo>
                    <a:pt x="404228" y="298158"/>
                  </a:lnTo>
                  <a:lnTo>
                    <a:pt x="399313" y="302641"/>
                  </a:lnTo>
                  <a:lnTo>
                    <a:pt x="394183" y="307061"/>
                  </a:lnTo>
                  <a:lnTo>
                    <a:pt x="388836" y="311417"/>
                  </a:lnTo>
                  <a:lnTo>
                    <a:pt x="383273" y="315697"/>
                  </a:lnTo>
                  <a:lnTo>
                    <a:pt x="377495" y="319900"/>
                  </a:lnTo>
                  <a:lnTo>
                    <a:pt x="371513" y="324041"/>
                  </a:lnTo>
                  <a:lnTo>
                    <a:pt x="365315" y="328104"/>
                  </a:lnTo>
                  <a:lnTo>
                    <a:pt x="358927" y="332092"/>
                  </a:lnTo>
                  <a:lnTo>
                    <a:pt x="352323" y="335991"/>
                  </a:lnTo>
                  <a:lnTo>
                    <a:pt x="345516" y="339839"/>
                  </a:lnTo>
                  <a:lnTo>
                    <a:pt x="331394" y="347256"/>
                  </a:lnTo>
                  <a:lnTo>
                    <a:pt x="316509" y="354355"/>
                  </a:lnTo>
                  <a:lnTo>
                    <a:pt x="300901" y="361124"/>
                  </a:lnTo>
                  <a:lnTo>
                    <a:pt x="284619" y="367538"/>
                  </a:lnTo>
                  <a:lnTo>
                    <a:pt x="267678" y="373583"/>
                  </a:lnTo>
                  <a:lnTo>
                    <a:pt x="250101" y="379273"/>
                  </a:lnTo>
                  <a:lnTo>
                    <a:pt x="231927" y="384569"/>
                  </a:lnTo>
                  <a:lnTo>
                    <a:pt x="213170" y="389471"/>
                  </a:lnTo>
                  <a:lnTo>
                    <a:pt x="193865" y="393967"/>
                  </a:lnTo>
                  <a:lnTo>
                    <a:pt x="174041" y="398043"/>
                  </a:lnTo>
                  <a:lnTo>
                    <a:pt x="153721" y="401688"/>
                  </a:lnTo>
                  <a:lnTo>
                    <a:pt x="132943" y="404876"/>
                  </a:lnTo>
                  <a:lnTo>
                    <a:pt x="111722" y="407619"/>
                  </a:lnTo>
                  <a:lnTo>
                    <a:pt x="90107" y="409892"/>
                  </a:lnTo>
                  <a:lnTo>
                    <a:pt x="79121" y="410845"/>
                  </a:lnTo>
                  <a:lnTo>
                    <a:pt x="68072" y="411683"/>
                  </a:lnTo>
                  <a:lnTo>
                    <a:pt x="56934" y="412382"/>
                  </a:lnTo>
                  <a:lnTo>
                    <a:pt x="45694" y="412966"/>
                  </a:lnTo>
                  <a:lnTo>
                    <a:pt x="34392" y="413423"/>
                  </a:lnTo>
                  <a:lnTo>
                    <a:pt x="23000" y="413753"/>
                  </a:lnTo>
                  <a:lnTo>
                    <a:pt x="11531" y="413957"/>
                  </a:lnTo>
                  <a:lnTo>
                    <a:pt x="0" y="414020"/>
                  </a:lnTo>
                  <a:lnTo>
                    <a:pt x="0" y="404495"/>
                  </a:lnTo>
                  <a:lnTo>
                    <a:pt x="11456" y="404432"/>
                  </a:lnTo>
                  <a:lnTo>
                    <a:pt x="11404" y="404432"/>
                  </a:lnTo>
                  <a:lnTo>
                    <a:pt x="22809" y="404228"/>
                  </a:lnTo>
                  <a:lnTo>
                    <a:pt x="22758" y="404228"/>
                  </a:lnTo>
                  <a:lnTo>
                    <a:pt x="34087" y="403911"/>
                  </a:lnTo>
                  <a:lnTo>
                    <a:pt x="34036" y="403911"/>
                  </a:lnTo>
                  <a:lnTo>
                    <a:pt x="45288" y="403453"/>
                  </a:lnTo>
                  <a:lnTo>
                    <a:pt x="45237" y="403453"/>
                  </a:lnTo>
                  <a:lnTo>
                    <a:pt x="56400" y="402882"/>
                  </a:lnTo>
                  <a:lnTo>
                    <a:pt x="56350" y="402882"/>
                  </a:lnTo>
                  <a:lnTo>
                    <a:pt x="67437" y="402171"/>
                  </a:lnTo>
                  <a:lnTo>
                    <a:pt x="67386" y="402184"/>
                  </a:lnTo>
                  <a:lnTo>
                    <a:pt x="78384" y="401345"/>
                  </a:lnTo>
                  <a:lnTo>
                    <a:pt x="78321" y="401358"/>
                  </a:lnTo>
                  <a:lnTo>
                    <a:pt x="89230" y="400406"/>
                  </a:lnTo>
                  <a:lnTo>
                    <a:pt x="89154" y="400418"/>
                  </a:lnTo>
                  <a:lnTo>
                    <a:pt x="110577" y="398167"/>
                  </a:lnTo>
                  <a:lnTo>
                    <a:pt x="131661" y="395440"/>
                  </a:lnTo>
                  <a:lnTo>
                    <a:pt x="131547" y="395453"/>
                  </a:lnTo>
                  <a:lnTo>
                    <a:pt x="152222" y="392278"/>
                  </a:lnTo>
                  <a:lnTo>
                    <a:pt x="152108" y="392303"/>
                  </a:lnTo>
                  <a:lnTo>
                    <a:pt x="172301" y="388671"/>
                  </a:lnTo>
                  <a:lnTo>
                    <a:pt x="172186" y="388696"/>
                  </a:lnTo>
                  <a:lnTo>
                    <a:pt x="191840" y="384654"/>
                  </a:lnTo>
                  <a:lnTo>
                    <a:pt x="210947" y="380213"/>
                  </a:lnTo>
                  <a:lnTo>
                    <a:pt x="210820" y="380238"/>
                  </a:lnTo>
                  <a:lnTo>
                    <a:pt x="229451" y="375374"/>
                  </a:lnTo>
                  <a:lnTo>
                    <a:pt x="229324" y="375399"/>
                  </a:lnTo>
                  <a:lnTo>
                    <a:pt x="247371" y="370142"/>
                  </a:lnTo>
                  <a:lnTo>
                    <a:pt x="247231" y="370180"/>
                  </a:lnTo>
                  <a:lnTo>
                    <a:pt x="264681" y="364541"/>
                  </a:lnTo>
                  <a:lnTo>
                    <a:pt x="264541" y="364592"/>
                  </a:lnTo>
                  <a:lnTo>
                    <a:pt x="281343" y="358585"/>
                  </a:lnTo>
                  <a:lnTo>
                    <a:pt x="281203" y="358648"/>
                  </a:lnTo>
                  <a:lnTo>
                    <a:pt x="297283" y="352310"/>
                  </a:lnTo>
                  <a:lnTo>
                    <a:pt x="312636" y="345656"/>
                  </a:lnTo>
                  <a:lnTo>
                    <a:pt x="312483" y="345719"/>
                  </a:lnTo>
                  <a:lnTo>
                    <a:pt x="327215" y="338696"/>
                  </a:lnTo>
                  <a:lnTo>
                    <a:pt x="327050" y="338785"/>
                  </a:lnTo>
                  <a:lnTo>
                    <a:pt x="341033" y="331445"/>
                  </a:lnTo>
                  <a:lnTo>
                    <a:pt x="340906" y="331508"/>
                  </a:lnTo>
                  <a:lnTo>
                    <a:pt x="347532" y="327761"/>
                  </a:lnTo>
                  <a:lnTo>
                    <a:pt x="354013" y="323926"/>
                  </a:lnTo>
                  <a:lnTo>
                    <a:pt x="353923" y="323977"/>
                  </a:lnTo>
                  <a:lnTo>
                    <a:pt x="360235" y="320053"/>
                  </a:lnTo>
                  <a:lnTo>
                    <a:pt x="360134" y="320104"/>
                  </a:lnTo>
                  <a:lnTo>
                    <a:pt x="366242" y="316103"/>
                  </a:lnTo>
                  <a:lnTo>
                    <a:pt x="366141" y="316167"/>
                  </a:lnTo>
                  <a:lnTo>
                    <a:pt x="372034" y="312102"/>
                  </a:lnTo>
                  <a:lnTo>
                    <a:pt x="371932" y="312166"/>
                  </a:lnTo>
                  <a:lnTo>
                    <a:pt x="377609" y="308038"/>
                  </a:lnTo>
                  <a:lnTo>
                    <a:pt x="377520" y="308102"/>
                  </a:lnTo>
                  <a:lnTo>
                    <a:pt x="382981" y="303911"/>
                  </a:lnTo>
                  <a:lnTo>
                    <a:pt x="382879" y="303987"/>
                  </a:lnTo>
                  <a:lnTo>
                    <a:pt x="388125" y="299720"/>
                  </a:lnTo>
                  <a:lnTo>
                    <a:pt x="388023" y="299809"/>
                  </a:lnTo>
                  <a:lnTo>
                    <a:pt x="392963" y="295545"/>
                  </a:lnTo>
                  <a:lnTo>
                    <a:pt x="397739" y="291173"/>
                  </a:lnTo>
                  <a:lnTo>
                    <a:pt x="397637" y="291274"/>
                  </a:lnTo>
                  <a:lnTo>
                    <a:pt x="402196" y="286829"/>
                  </a:lnTo>
                  <a:lnTo>
                    <a:pt x="402094" y="286944"/>
                  </a:lnTo>
                  <a:lnTo>
                    <a:pt x="406425" y="282435"/>
                  </a:lnTo>
                  <a:lnTo>
                    <a:pt x="406324" y="282550"/>
                  </a:lnTo>
                  <a:lnTo>
                    <a:pt x="410312" y="278117"/>
                  </a:lnTo>
                  <a:lnTo>
                    <a:pt x="414086" y="273598"/>
                  </a:lnTo>
                  <a:lnTo>
                    <a:pt x="417678" y="268961"/>
                  </a:lnTo>
                  <a:lnTo>
                    <a:pt x="417576" y="269113"/>
                  </a:lnTo>
                  <a:lnTo>
                    <a:pt x="420916" y="264424"/>
                  </a:lnTo>
                  <a:lnTo>
                    <a:pt x="423951" y="259766"/>
                  </a:lnTo>
                  <a:lnTo>
                    <a:pt x="423850" y="259944"/>
                  </a:lnTo>
                  <a:lnTo>
                    <a:pt x="426720" y="255118"/>
                  </a:lnTo>
                  <a:lnTo>
                    <a:pt x="426618" y="255308"/>
                  </a:lnTo>
                  <a:lnTo>
                    <a:pt x="429195" y="250506"/>
                  </a:lnTo>
                  <a:lnTo>
                    <a:pt x="431451" y="245786"/>
                  </a:lnTo>
                  <a:lnTo>
                    <a:pt x="433476" y="240957"/>
                  </a:lnTo>
                  <a:lnTo>
                    <a:pt x="433400" y="241186"/>
                  </a:lnTo>
                  <a:lnTo>
                    <a:pt x="435178" y="236286"/>
                  </a:lnTo>
                  <a:lnTo>
                    <a:pt x="436674" y="231419"/>
                  </a:lnTo>
                  <a:lnTo>
                    <a:pt x="437880" y="226594"/>
                  </a:lnTo>
                  <a:lnTo>
                    <a:pt x="438802" y="221893"/>
                  </a:lnTo>
                  <a:lnTo>
                    <a:pt x="439511" y="216841"/>
                  </a:lnTo>
                  <a:lnTo>
                    <a:pt x="439920" y="211929"/>
                  </a:lnTo>
                  <a:lnTo>
                    <a:pt x="440051" y="207010"/>
                  </a:lnTo>
                  <a:lnTo>
                    <a:pt x="439920" y="202091"/>
                  </a:lnTo>
                  <a:lnTo>
                    <a:pt x="439511" y="197179"/>
                  </a:lnTo>
                  <a:lnTo>
                    <a:pt x="438802" y="192128"/>
                  </a:lnTo>
                  <a:lnTo>
                    <a:pt x="437879" y="187426"/>
                  </a:lnTo>
                  <a:lnTo>
                    <a:pt x="436674" y="182602"/>
                  </a:lnTo>
                  <a:lnTo>
                    <a:pt x="435178" y="177734"/>
                  </a:lnTo>
                  <a:lnTo>
                    <a:pt x="433400" y="172834"/>
                  </a:lnTo>
                  <a:lnTo>
                    <a:pt x="433476" y="173063"/>
                  </a:lnTo>
                  <a:lnTo>
                    <a:pt x="431393" y="168097"/>
                  </a:lnTo>
                  <a:lnTo>
                    <a:pt x="431483" y="168313"/>
                  </a:lnTo>
                  <a:lnTo>
                    <a:pt x="429193" y="163511"/>
                  </a:lnTo>
                  <a:lnTo>
                    <a:pt x="426618" y="158712"/>
                  </a:lnTo>
                  <a:lnTo>
                    <a:pt x="426720" y="158902"/>
                  </a:lnTo>
                  <a:lnTo>
                    <a:pt x="423850" y="154076"/>
                  </a:lnTo>
                  <a:lnTo>
                    <a:pt x="423951" y="154254"/>
                  </a:lnTo>
                  <a:lnTo>
                    <a:pt x="420915" y="149594"/>
                  </a:lnTo>
                  <a:lnTo>
                    <a:pt x="417576" y="144907"/>
                  </a:lnTo>
                  <a:lnTo>
                    <a:pt x="417678" y="145059"/>
                  </a:lnTo>
                  <a:lnTo>
                    <a:pt x="414088" y="140425"/>
                  </a:lnTo>
                  <a:lnTo>
                    <a:pt x="410311" y="135903"/>
                  </a:lnTo>
                  <a:lnTo>
                    <a:pt x="410426" y="136030"/>
                  </a:lnTo>
                  <a:lnTo>
                    <a:pt x="406324" y="131470"/>
                  </a:lnTo>
                  <a:lnTo>
                    <a:pt x="406425" y="131585"/>
                  </a:lnTo>
                  <a:lnTo>
                    <a:pt x="402094" y="127076"/>
                  </a:lnTo>
                  <a:lnTo>
                    <a:pt x="402196" y="127190"/>
                  </a:lnTo>
                  <a:lnTo>
                    <a:pt x="397637" y="122745"/>
                  </a:lnTo>
                  <a:lnTo>
                    <a:pt x="397739" y="122847"/>
                  </a:lnTo>
                  <a:lnTo>
                    <a:pt x="392963" y="118475"/>
                  </a:lnTo>
                  <a:lnTo>
                    <a:pt x="388023" y="114211"/>
                  </a:lnTo>
                  <a:lnTo>
                    <a:pt x="388125" y="114300"/>
                  </a:lnTo>
                  <a:lnTo>
                    <a:pt x="382879" y="110033"/>
                  </a:lnTo>
                  <a:lnTo>
                    <a:pt x="382981" y="110109"/>
                  </a:lnTo>
                  <a:lnTo>
                    <a:pt x="377520" y="105918"/>
                  </a:lnTo>
                  <a:lnTo>
                    <a:pt x="377609" y="105982"/>
                  </a:lnTo>
                  <a:lnTo>
                    <a:pt x="371932" y="101854"/>
                  </a:lnTo>
                  <a:lnTo>
                    <a:pt x="372034" y="101917"/>
                  </a:lnTo>
                  <a:lnTo>
                    <a:pt x="366141" y="97854"/>
                  </a:lnTo>
                  <a:lnTo>
                    <a:pt x="366242" y="97917"/>
                  </a:lnTo>
                  <a:lnTo>
                    <a:pt x="360134" y="93917"/>
                  </a:lnTo>
                  <a:lnTo>
                    <a:pt x="360235" y="93967"/>
                  </a:lnTo>
                  <a:lnTo>
                    <a:pt x="353923" y="90043"/>
                  </a:lnTo>
                  <a:lnTo>
                    <a:pt x="354013" y="90094"/>
                  </a:lnTo>
                  <a:lnTo>
                    <a:pt x="347532" y="86259"/>
                  </a:lnTo>
                  <a:lnTo>
                    <a:pt x="340906" y="82512"/>
                  </a:lnTo>
                  <a:lnTo>
                    <a:pt x="341033" y="82575"/>
                  </a:lnTo>
                  <a:lnTo>
                    <a:pt x="327050" y="75235"/>
                  </a:lnTo>
                  <a:lnTo>
                    <a:pt x="327215" y="75324"/>
                  </a:lnTo>
                  <a:lnTo>
                    <a:pt x="312483" y="68300"/>
                  </a:lnTo>
                  <a:lnTo>
                    <a:pt x="312636" y="68364"/>
                  </a:lnTo>
                  <a:lnTo>
                    <a:pt x="297278" y="61708"/>
                  </a:lnTo>
                  <a:lnTo>
                    <a:pt x="281203" y="55372"/>
                  </a:lnTo>
                  <a:lnTo>
                    <a:pt x="281343" y="55435"/>
                  </a:lnTo>
                  <a:lnTo>
                    <a:pt x="264541" y="49428"/>
                  </a:lnTo>
                  <a:lnTo>
                    <a:pt x="264681" y="49479"/>
                  </a:lnTo>
                  <a:lnTo>
                    <a:pt x="247231" y="43840"/>
                  </a:lnTo>
                  <a:lnTo>
                    <a:pt x="247371" y="43879"/>
                  </a:lnTo>
                  <a:lnTo>
                    <a:pt x="229324" y="38621"/>
                  </a:lnTo>
                  <a:lnTo>
                    <a:pt x="229451" y="38646"/>
                  </a:lnTo>
                  <a:lnTo>
                    <a:pt x="210820" y="33782"/>
                  </a:lnTo>
                  <a:lnTo>
                    <a:pt x="210947" y="33807"/>
                  </a:lnTo>
                  <a:lnTo>
                    <a:pt x="191847" y="29367"/>
                  </a:lnTo>
                  <a:lnTo>
                    <a:pt x="172186" y="25324"/>
                  </a:lnTo>
                  <a:lnTo>
                    <a:pt x="172301" y="25349"/>
                  </a:lnTo>
                  <a:lnTo>
                    <a:pt x="152108" y="21717"/>
                  </a:lnTo>
                  <a:lnTo>
                    <a:pt x="152222" y="21742"/>
                  </a:lnTo>
                  <a:lnTo>
                    <a:pt x="131547" y="18567"/>
                  </a:lnTo>
                  <a:lnTo>
                    <a:pt x="131661" y="18580"/>
                  </a:lnTo>
                  <a:lnTo>
                    <a:pt x="110577" y="15853"/>
                  </a:lnTo>
                  <a:lnTo>
                    <a:pt x="89154" y="13602"/>
                  </a:lnTo>
                  <a:lnTo>
                    <a:pt x="89230" y="13614"/>
                  </a:lnTo>
                  <a:lnTo>
                    <a:pt x="78321" y="12662"/>
                  </a:lnTo>
                  <a:lnTo>
                    <a:pt x="78384" y="12675"/>
                  </a:lnTo>
                  <a:lnTo>
                    <a:pt x="67386" y="11836"/>
                  </a:lnTo>
                  <a:lnTo>
                    <a:pt x="67437" y="11849"/>
                  </a:lnTo>
                  <a:lnTo>
                    <a:pt x="56350" y="11138"/>
                  </a:lnTo>
                  <a:lnTo>
                    <a:pt x="56400" y="11138"/>
                  </a:lnTo>
                  <a:lnTo>
                    <a:pt x="45237" y="10566"/>
                  </a:lnTo>
                  <a:lnTo>
                    <a:pt x="45288" y="10566"/>
                  </a:lnTo>
                  <a:lnTo>
                    <a:pt x="34036" y="10109"/>
                  </a:lnTo>
                  <a:lnTo>
                    <a:pt x="34087" y="10109"/>
                  </a:lnTo>
                  <a:lnTo>
                    <a:pt x="22758" y="9792"/>
                  </a:lnTo>
                  <a:lnTo>
                    <a:pt x="22809" y="9792"/>
                  </a:lnTo>
                  <a:lnTo>
                    <a:pt x="11404" y="9588"/>
                  </a:lnTo>
                  <a:lnTo>
                    <a:pt x="11456" y="9588"/>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0" name="Rectangle 189"/>
            <p:cNvSpPr/>
            <p:nvPr/>
          </p:nvSpPr>
          <p:spPr>
            <a:xfrm>
              <a:off x="3564319" y="1949196"/>
              <a:ext cx="495014"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View</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91" name="Shape 1539"/>
            <p:cNvSpPr/>
            <p:nvPr/>
          </p:nvSpPr>
          <p:spPr>
            <a:xfrm>
              <a:off x="3221355" y="1207675"/>
              <a:ext cx="449580" cy="352425"/>
            </a:xfrm>
            <a:custGeom>
              <a:avLst/>
              <a:gdLst/>
              <a:ahLst/>
              <a:cxnLst/>
              <a:rect l="0" t="0" r="0" b="0"/>
              <a:pathLst>
                <a:path w="449580" h="352425">
                  <a:moveTo>
                    <a:pt x="449580" y="0"/>
                  </a:moveTo>
                  <a:lnTo>
                    <a:pt x="449580" y="9526"/>
                  </a:lnTo>
                  <a:lnTo>
                    <a:pt x="426733" y="9753"/>
                  </a:lnTo>
                  <a:lnTo>
                    <a:pt x="426834" y="9741"/>
                  </a:lnTo>
                  <a:lnTo>
                    <a:pt x="404241" y="10414"/>
                  </a:lnTo>
                  <a:lnTo>
                    <a:pt x="404330" y="10401"/>
                  </a:lnTo>
                  <a:lnTo>
                    <a:pt x="382067" y="11493"/>
                  </a:lnTo>
                  <a:lnTo>
                    <a:pt x="382169" y="11493"/>
                  </a:lnTo>
                  <a:lnTo>
                    <a:pt x="360261" y="12992"/>
                  </a:lnTo>
                  <a:lnTo>
                    <a:pt x="360350" y="12992"/>
                  </a:lnTo>
                  <a:lnTo>
                    <a:pt x="338836" y="14910"/>
                  </a:lnTo>
                  <a:lnTo>
                    <a:pt x="338925" y="14897"/>
                  </a:lnTo>
                  <a:lnTo>
                    <a:pt x="317848" y="17205"/>
                  </a:lnTo>
                  <a:lnTo>
                    <a:pt x="297256" y="19888"/>
                  </a:lnTo>
                  <a:lnTo>
                    <a:pt x="297358" y="19876"/>
                  </a:lnTo>
                  <a:lnTo>
                    <a:pt x="277152" y="22949"/>
                  </a:lnTo>
                  <a:lnTo>
                    <a:pt x="277254" y="22923"/>
                  </a:lnTo>
                  <a:lnTo>
                    <a:pt x="257556" y="26365"/>
                  </a:lnTo>
                  <a:lnTo>
                    <a:pt x="257658" y="26340"/>
                  </a:lnTo>
                  <a:lnTo>
                    <a:pt x="238481" y="30124"/>
                  </a:lnTo>
                  <a:lnTo>
                    <a:pt x="238582" y="30099"/>
                  </a:lnTo>
                  <a:lnTo>
                    <a:pt x="219951" y="34239"/>
                  </a:lnTo>
                  <a:lnTo>
                    <a:pt x="220066" y="34201"/>
                  </a:lnTo>
                  <a:lnTo>
                    <a:pt x="202019" y="38671"/>
                  </a:lnTo>
                  <a:lnTo>
                    <a:pt x="202133" y="38633"/>
                  </a:lnTo>
                  <a:lnTo>
                    <a:pt x="184715" y="43416"/>
                  </a:lnTo>
                  <a:lnTo>
                    <a:pt x="168021" y="48476"/>
                  </a:lnTo>
                  <a:lnTo>
                    <a:pt x="168148" y="48425"/>
                  </a:lnTo>
                  <a:lnTo>
                    <a:pt x="152006" y="53822"/>
                  </a:lnTo>
                  <a:lnTo>
                    <a:pt x="152133" y="53772"/>
                  </a:lnTo>
                  <a:lnTo>
                    <a:pt x="136690" y="59449"/>
                  </a:lnTo>
                  <a:lnTo>
                    <a:pt x="136830" y="59398"/>
                  </a:lnTo>
                  <a:lnTo>
                    <a:pt x="122201" y="65313"/>
                  </a:lnTo>
                  <a:lnTo>
                    <a:pt x="108371" y="71455"/>
                  </a:lnTo>
                  <a:lnTo>
                    <a:pt x="95369" y="77831"/>
                  </a:lnTo>
                  <a:lnTo>
                    <a:pt x="82997" y="84543"/>
                  </a:lnTo>
                  <a:lnTo>
                    <a:pt x="71654" y="91366"/>
                  </a:lnTo>
                  <a:lnTo>
                    <a:pt x="66294" y="94856"/>
                  </a:lnTo>
                  <a:lnTo>
                    <a:pt x="66396" y="94793"/>
                  </a:lnTo>
                  <a:lnTo>
                    <a:pt x="61151" y="98412"/>
                  </a:lnTo>
                  <a:lnTo>
                    <a:pt x="61265" y="98336"/>
                  </a:lnTo>
                  <a:lnTo>
                    <a:pt x="56236" y="102006"/>
                  </a:lnTo>
                  <a:lnTo>
                    <a:pt x="56350" y="101917"/>
                  </a:lnTo>
                  <a:lnTo>
                    <a:pt x="51657" y="105555"/>
                  </a:lnTo>
                  <a:lnTo>
                    <a:pt x="47092" y="109322"/>
                  </a:lnTo>
                  <a:lnTo>
                    <a:pt x="47206" y="109233"/>
                  </a:lnTo>
                  <a:lnTo>
                    <a:pt x="42951" y="112977"/>
                  </a:lnTo>
                  <a:lnTo>
                    <a:pt x="38888" y="116815"/>
                  </a:lnTo>
                  <a:lnTo>
                    <a:pt x="39002" y="116688"/>
                  </a:lnTo>
                  <a:lnTo>
                    <a:pt x="35141" y="120612"/>
                  </a:lnTo>
                  <a:lnTo>
                    <a:pt x="35268" y="120472"/>
                  </a:lnTo>
                  <a:lnTo>
                    <a:pt x="31769" y="124302"/>
                  </a:lnTo>
                  <a:lnTo>
                    <a:pt x="28508" y="128163"/>
                  </a:lnTo>
                  <a:lnTo>
                    <a:pt x="25536" y="132021"/>
                  </a:lnTo>
                  <a:lnTo>
                    <a:pt x="22670" y="136106"/>
                  </a:lnTo>
                  <a:lnTo>
                    <a:pt x="22784" y="135915"/>
                  </a:lnTo>
                  <a:lnTo>
                    <a:pt x="20180" y="140043"/>
                  </a:lnTo>
                  <a:lnTo>
                    <a:pt x="20294" y="139840"/>
                  </a:lnTo>
                  <a:lnTo>
                    <a:pt x="17954" y="143990"/>
                  </a:lnTo>
                  <a:lnTo>
                    <a:pt x="16056" y="147820"/>
                  </a:lnTo>
                  <a:lnTo>
                    <a:pt x="14324" y="151837"/>
                  </a:lnTo>
                  <a:lnTo>
                    <a:pt x="12845" y="155921"/>
                  </a:lnTo>
                  <a:lnTo>
                    <a:pt x="11673" y="159858"/>
                  </a:lnTo>
                  <a:lnTo>
                    <a:pt x="10717" y="164035"/>
                  </a:lnTo>
                  <a:lnTo>
                    <a:pt x="10067" y="168030"/>
                  </a:lnTo>
                  <a:lnTo>
                    <a:pt x="9656" y="172208"/>
                  </a:lnTo>
                  <a:lnTo>
                    <a:pt x="9530" y="176213"/>
                  </a:lnTo>
                  <a:lnTo>
                    <a:pt x="9656" y="180217"/>
                  </a:lnTo>
                  <a:lnTo>
                    <a:pt x="10067" y="184395"/>
                  </a:lnTo>
                  <a:lnTo>
                    <a:pt x="10710" y="188346"/>
                  </a:lnTo>
                  <a:lnTo>
                    <a:pt x="11673" y="192568"/>
                  </a:lnTo>
                  <a:lnTo>
                    <a:pt x="12846" y="196505"/>
                  </a:lnTo>
                  <a:lnTo>
                    <a:pt x="14324" y="200588"/>
                  </a:lnTo>
                  <a:lnTo>
                    <a:pt x="16055" y="204604"/>
                  </a:lnTo>
                  <a:lnTo>
                    <a:pt x="17954" y="208435"/>
                  </a:lnTo>
                  <a:lnTo>
                    <a:pt x="20294" y="212585"/>
                  </a:lnTo>
                  <a:lnTo>
                    <a:pt x="20180" y="212382"/>
                  </a:lnTo>
                  <a:lnTo>
                    <a:pt x="22784" y="216510"/>
                  </a:lnTo>
                  <a:lnTo>
                    <a:pt x="22670" y="216319"/>
                  </a:lnTo>
                  <a:lnTo>
                    <a:pt x="25535" y="220402"/>
                  </a:lnTo>
                  <a:lnTo>
                    <a:pt x="28507" y="224260"/>
                  </a:lnTo>
                  <a:lnTo>
                    <a:pt x="31769" y="228123"/>
                  </a:lnTo>
                  <a:lnTo>
                    <a:pt x="35268" y="231953"/>
                  </a:lnTo>
                  <a:lnTo>
                    <a:pt x="35141" y="231813"/>
                  </a:lnTo>
                  <a:lnTo>
                    <a:pt x="39002" y="235737"/>
                  </a:lnTo>
                  <a:lnTo>
                    <a:pt x="38888" y="235610"/>
                  </a:lnTo>
                  <a:lnTo>
                    <a:pt x="42951" y="239448"/>
                  </a:lnTo>
                  <a:lnTo>
                    <a:pt x="47206" y="243192"/>
                  </a:lnTo>
                  <a:lnTo>
                    <a:pt x="47092" y="243103"/>
                  </a:lnTo>
                  <a:lnTo>
                    <a:pt x="51664" y="246875"/>
                  </a:lnTo>
                  <a:lnTo>
                    <a:pt x="51549" y="246774"/>
                  </a:lnTo>
                  <a:lnTo>
                    <a:pt x="56239" y="250421"/>
                  </a:lnTo>
                  <a:lnTo>
                    <a:pt x="61265" y="254089"/>
                  </a:lnTo>
                  <a:lnTo>
                    <a:pt x="61151" y="254013"/>
                  </a:lnTo>
                  <a:lnTo>
                    <a:pt x="66396" y="257632"/>
                  </a:lnTo>
                  <a:lnTo>
                    <a:pt x="66294" y="257569"/>
                  </a:lnTo>
                  <a:lnTo>
                    <a:pt x="71658" y="261061"/>
                  </a:lnTo>
                  <a:lnTo>
                    <a:pt x="83000" y="267884"/>
                  </a:lnTo>
                  <a:lnTo>
                    <a:pt x="95369" y="274594"/>
                  </a:lnTo>
                  <a:lnTo>
                    <a:pt x="108371" y="280970"/>
                  </a:lnTo>
                  <a:lnTo>
                    <a:pt x="122205" y="287114"/>
                  </a:lnTo>
                  <a:lnTo>
                    <a:pt x="136830" y="293027"/>
                  </a:lnTo>
                  <a:lnTo>
                    <a:pt x="136690" y="292976"/>
                  </a:lnTo>
                  <a:lnTo>
                    <a:pt x="152133" y="298653"/>
                  </a:lnTo>
                  <a:lnTo>
                    <a:pt x="152006" y="298602"/>
                  </a:lnTo>
                  <a:lnTo>
                    <a:pt x="168148" y="304000"/>
                  </a:lnTo>
                  <a:lnTo>
                    <a:pt x="168021" y="303949"/>
                  </a:lnTo>
                  <a:lnTo>
                    <a:pt x="184709" y="309007"/>
                  </a:lnTo>
                  <a:lnTo>
                    <a:pt x="202133" y="313792"/>
                  </a:lnTo>
                  <a:lnTo>
                    <a:pt x="202019" y="313754"/>
                  </a:lnTo>
                  <a:lnTo>
                    <a:pt x="220063" y="318211"/>
                  </a:lnTo>
                  <a:lnTo>
                    <a:pt x="238582" y="322313"/>
                  </a:lnTo>
                  <a:lnTo>
                    <a:pt x="238481" y="322300"/>
                  </a:lnTo>
                  <a:lnTo>
                    <a:pt x="257658" y="326085"/>
                  </a:lnTo>
                  <a:lnTo>
                    <a:pt x="257556" y="326060"/>
                  </a:lnTo>
                  <a:lnTo>
                    <a:pt x="277254" y="329501"/>
                  </a:lnTo>
                  <a:lnTo>
                    <a:pt x="277152" y="329476"/>
                  </a:lnTo>
                  <a:lnTo>
                    <a:pt x="297358" y="332549"/>
                  </a:lnTo>
                  <a:lnTo>
                    <a:pt x="297256" y="332537"/>
                  </a:lnTo>
                  <a:lnTo>
                    <a:pt x="317848" y="335220"/>
                  </a:lnTo>
                  <a:lnTo>
                    <a:pt x="338925" y="337528"/>
                  </a:lnTo>
                  <a:lnTo>
                    <a:pt x="338836" y="337515"/>
                  </a:lnTo>
                  <a:lnTo>
                    <a:pt x="360350" y="339433"/>
                  </a:lnTo>
                  <a:lnTo>
                    <a:pt x="360261" y="339433"/>
                  </a:lnTo>
                  <a:lnTo>
                    <a:pt x="382169" y="340932"/>
                  </a:lnTo>
                  <a:lnTo>
                    <a:pt x="382067" y="340932"/>
                  </a:lnTo>
                  <a:lnTo>
                    <a:pt x="404330" y="342024"/>
                  </a:lnTo>
                  <a:lnTo>
                    <a:pt x="404241" y="342011"/>
                  </a:lnTo>
                  <a:lnTo>
                    <a:pt x="426834" y="342684"/>
                  </a:lnTo>
                  <a:lnTo>
                    <a:pt x="426733" y="342671"/>
                  </a:lnTo>
                  <a:lnTo>
                    <a:pt x="449580" y="342899"/>
                  </a:lnTo>
                  <a:lnTo>
                    <a:pt x="449580" y="352425"/>
                  </a:lnTo>
                  <a:lnTo>
                    <a:pt x="426593" y="352196"/>
                  </a:lnTo>
                  <a:lnTo>
                    <a:pt x="403911" y="351536"/>
                  </a:lnTo>
                  <a:lnTo>
                    <a:pt x="381559" y="350444"/>
                  </a:lnTo>
                  <a:lnTo>
                    <a:pt x="359563" y="348932"/>
                  </a:lnTo>
                  <a:lnTo>
                    <a:pt x="337947" y="347002"/>
                  </a:lnTo>
                  <a:lnTo>
                    <a:pt x="316738" y="344678"/>
                  </a:lnTo>
                  <a:lnTo>
                    <a:pt x="295973" y="341973"/>
                  </a:lnTo>
                  <a:lnTo>
                    <a:pt x="275666" y="338887"/>
                  </a:lnTo>
                  <a:lnTo>
                    <a:pt x="255867" y="335432"/>
                  </a:lnTo>
                  <a:lnTo>
                    <a:pt x="236575" y="331635"/>
                  </a:lnTo>
                  <a:lnTo>
                    <a:pt x="217843" y="327482"/>
                  </a:lnTo>
                  <a:lnTo>
                    <a:pt x="199682" y="322986"/>
                  </a:lnTo>
                  <a:lnTo>
                    <a:pt x="182118" y="318173"/>
                  </a:lnTo>
                  <a:lnTo>
                    <a:pt x="165189" y="313055"/>
                  </a:lnTo>
                  <a:lnTo>
                    <a:pt x="148920" y="307619"/>
                  </a:lnTo>
                  <a:lnTo>
                    <a:pt x="133337" y="301892"/>
                  </a:lnTo>
                  <a:lnTo>
                    <a:pt x="118453" y="295872"/>
                  </a:lnTo>
                  <a:lnTo>
                    <a:pt x="104318" y="289585"/>
                  </a:lnTo>
                  <a:lnTo>
                    <a:pt x="90945" y="283032"/>
                  </a:lnTo>
                  <a:lnTo>
                    <a:pt x="78372" y="276212"/>
                  </a:lnTo>
                  <a:lnTo>
                    <a:pt x="66637" y="269151"/>
                  </a:lnTo>
                  <a:lnTo>
                    <a:pt x="61049" y="265506"/>
                  </a:lnTo>
                  <a:lnTo>
                    <a:pt x="55690" y="261823"/>
                  </a:lnTo>
                  <a:lnTo>
                    <a:pt x="50559" y="258064"/>
                  </a:lnTo>
                  <a:lnTo>
                    <a:pt x="45644" y="254267"/>
                  </a:lnTo>
                  <a:lnTo>
                    <a:pt x="40970" y="250393"/>
                  </a:lnTo>
                  <a:lnTo>
                    <a:pt x="36513" y="246469"/>
                  </a:lnTo>
                  <a:lnTo>
                    <a:pt x="32283" y="242481"/>
                  </a:lnTo>
                  <a:lnTo>
                    <a:pt x="28296" y="238442"/>
                  </a:lnTo>
                  <a:lnTo>
                    <a:pt x="24549" y="234340"/>
                  </a:lnTo>
                  <a:lnTo>
                    <a:pt x="21056" y="230188"/>
                  </a:lnTo>
                  <a:lnTo>
                    <a:pt x="17806" y="225971"/>
                  </a:lnTo>
                  <a:lnTo>
                    <a:pt x="14808" y="221704"/>
                  </a:lnTo>
                  <a:lnTo>
                    <a:pt x="12065" y="217373"/>
                  </a:lnTo>
                  <a:lnTo>
                    <a:pt x="9589" y="213004"/>
                  </a:lnTo>
                  <a:lnTo>
                    <a:pt x="7391" y="208559"/>
                  </a:lnTo>
                  <a:lnTo>
                    <a:pt x="5461" y="204076"/>
                  </a:lnTo>
                  <a:lnTo>
                    <a:pt x="3810" y="199542"/>
                  </a:lnTo>
                  <a:lnTo>
                    <a:pt x="2451" y="194958"/>
                  </a:lnTo>
                  <a:lnTo>
                    <a:pt x="1384" y="190322"/>
                  </a:lnTo>
                  <a:lnTo>
                    <a:pt x="622" y="185661"/>
                  </a:lnTo>
                  <a:lnTo>
                    <a:pt x="152" y="180950"/>
                  </a:lnTo>
                  <a:lnTo>
                    <a:pt x="0" y="176213"/>
                  </a:lnTo>
                  <a:lnTo>
                    <a:pt x="152" y="171475"/>
                  </a:lnTo>
                  <a:lnTo>
                    <a:pt x="622" y="166764"/>
                  </a:lnTo>
                  <a:lnTo>
                    <a:pt x="1384" y="162103"/>
                  </a:lnTo>
                  <a:lnTo>
                    <a:pt x="2451" y="157467"/>
                  </a:lnTo>
                  <a:lnTo>
                    <a:pt x="3810" y="152883"/>
                  </a:lnTo>
                  <a:lnTo>
                    <a:pt x="5461" y="148349"/>
                  </a:lnTo>
                  <a:lnTo>
                    <a:pt x="7391" y="143866"/>
                  </a:lnTo>
                  <a:lnTo>
                    <a:pt x="9589" y="139421"/>
                  </a:lnTo>
                  <a:lnTo>
                    <a:pt x="12065" y="135052"/>
                  </a:lnTo>
                  <a:lnTo>
                    <a:pt x="14808" y="130721"/>
                  </a:lnTo>
                  <a:lnTo>
                    <a:pt x="17806" y="126454"/>
                  </a:lnTo>
                  <a:lnTo>
                    <a:pt x="21056" y="122238"/>
                  </a:lnTo>
                  <a:lnTo>
                    <a:pt x="24549" y="118085"/>
                  </a:lnTo>
                  <a:lnTo>
                    <a:pt x="28296" y="113982"/>
                  </a:lnTo>
                  <a:lnTo>
                    <a:pt x="32283" y="109944"/>
                  </a:lnTo>
                  <a:lnTo>
                    <a:pt x="36513" y="105956"/>
                  </a:lnTo>
                  <a:lnTo>
                    <a:pt x="40970" y="102032"/>
                  </a:lnTo>
                  <a:lnTo>
                    <a:pt x="45644" y="98158"/>
                  </a:lnTo>
                  <a:lnTo>
                    <a:pt x="50559" y="94348"/>
                  </a:lnTo>
                  <a:lnTo>
                    <a:pt x="55690" y="90602"/>
                  </a:lnTo>
                  <a:lnTo>
                    <a:pt x="61049" y="86919"/>
                  </a:lnTo>
                  <a:lnTo>
                    <a:pt x="66637" y="83274"/>
                  </a:lnTo>
                  <a:lnTo>
                    <a:pt x="78372" y="76213"/>
                  </a:lnTo>
                  <a:lnTo>
                    <a:pt x="90945" y="69393"/>
                  </a:lnTo>
                  <a:lnTo>
                    <a:pt x="104318" y="62840"/>
                  </a:lnTo>
                  <a:lnTo>
                    <a:pt x="118453" y="56553"/>
                  </a:lnTo>
                  <a:lnTo>
                    <a:pt x="133337" y="50533"/>
                  </a:lnTo>
                  <a:lnTo>
                    <a:pt x="148920" y="44806"/>
                  </a:lnTo>
                  <a:lnTo>
                    <a:pt x="165189" y="39370"/>
                  </a:lnTo>
                  <a:lnTo>
                    <a:pt x="182118" y="34252"/>
                  </a:lnTo>
                  <a:lnTo>
                    <a:pt x="199682" y="29439"/>
                  </a:lnTo>
                  <a:lnTo>
                    <a:pt x="217843" y="24943"/>
                  </a:lnTo>
                  <a:lnTo>
                    <a:pt x="236575" y="20790"/>
                  </a:lnTo>
                  <a:lnTo>
                    <a:pt x="255867" y="16993"/>
                  </a:lnTo>
                  <a:lnTo>
                    <a:pt x="275666" y="13538"/>
                  </a:lnTo>
                  <a:lnTo>
                    <a:pt x="295973" y="10452"/>
                  </a:lnTo>
                  <a:lnTo>
                    <a:pt x="316738" y="7747"/>
                  </a:lnTo>
                  <a:lnTo>
                    <a:pt x="337947" y="5423"/>
                  </a:lnTo>
                  <a:lnTo>
                    <a:pt x="359563" y="3492"/>
                  </a:lnTo>
                  <a:lnTo>
                    <a:pt x="381559" y="1981"/>
                  </a:lnTo>
                  <a:lnTo>
                    <a:pt x="403911" y="889"/>
                  </a:lnTo>
                  <a:lnTo>
                    <a:pt x="426593" y="228"/>
                  </a:lnTo>
                  <a:lnTo>
                    <a:pt x="44958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2" name="Shape 1540"/>
            <p:cNvSpPr/>
            <p:nvPr/>
          </p:nvSpPr>
          <p:spPr>
            <a:xfrm>
              <a:off x="3670935" y="1207675"/>
              <a:ext cx="449580" cy="352425"/>
            </a:xfrm>
            <a:custGeom>
              <a:avLst/>
              <a:gdLst/>
              <a:ahLst/>
              <a:cxnLst/>
              <a:rect l="0" t="0" r="0" b="0"/>
              <a:pathLst>
                <a:path w="449580" h="352425">
                  <a:moveTo>
                    <a:pt x="0" y="0"/>
                  </a:moveTo>
                  <a:lnTo>
                    <a:pt x="22987" y="228"/>
                  </a:lnTo>
                  <a:lnTo>
                    <a:pt x="45669" y="889"/>
                  </a:lnTo>
                  <a:lnTo>
                    <a:pt x="68021" y="1981"/>
                  </a:lnTo>
                  <a:lnTo>
                    <a:pt x="90018" y="3492"/>
                  </a:lnTo>
                  <a:lnTo>
                    <a:pt x="111633" y="5423"/>
                  </a:lnTo>
                  <a:lnTo>
                    <a:pt x="132842" y="7747"/>
                  </a:lnTo>
                  <a:lnTo>
                    <a:pt x="153607" y="10452"/>
                  </a:lnTo>
                  <a:lnTo>
                    <a:pt x="173914" y="13538"/>
                  </a:lnTo>
                  <a:lnTo>
                    <a:pt x="193713" y="16993"/>
                  </a:lnTo>
                  <a:lnTo>
                    <a:pt x="213004" y="20790"/>
                  </a:lnTo>
                  <a:lnTo>
                    <a:pt x="231737" y="24943"/>
                  </a:lnTo>
                  <a:lnTo>
                    <a:pt x="249898" y="29439"/>
                  </a:lnTo>
                  <a:lnTo>
                    <a:pt x="267462" y="34252"/>
                  </a:lnTo>
                  <a:lnTo>
                    <a:pt x="284391" y="39370"/>
                  </a:lnTo>
                  <a:lnTo>
                    <a:pt x="300660" y="44806"/>
                  </a:lnTo>
                  <a:lnTo>
                    <a:pt x="316243" y="50533"/>
                  </a:lnTo>
                  <a:lnTo>
                    <a:pt x="331127" y="56553"/>
                  </a:lnTo>
                  <a:lnTo>
                    <a:pt x="345262" y="62840"/>
                  </a:lnTo>
                  <a:lnTo>
                    <a:pt x="358635" y="69393"/>
                  </a:lnTo>
                  <a:lnTo>
                    <a:pt x="371208" y="76213"/>
                  </a:lnTo>
                  <a:lnTo>
                    <a:pt x="382943" y="83274"/>
                  </a:lnTo>
                  <a:lnTo>
                    <a:pt x="388531" y="86919"/>
                  </a:lnTo>
                  <a:lnTo>
                    <a:pt x="393891" y="90602"/>
                  </a:lnTo>
                  <a:lnTo>
                    <a:pt x="399021" y="94348"/>
                  </a:lnTo>
                  <a:lnTo>
                    <a:pt x="403923" y="98158"/>
                  </a:lnTo>
                  <a:lnTo>
                    <a:pt x="408610" y="102032"/>
                  </a:lnTo>
                  <a:lnTo>
                    <a:pt x="413067" y="105956"/>
                  </a:lnTo>
                  <a:lnTo>
                    <a:pt x="417297" y="109944"/>
                  </a:lnTo>
                  <a:lnTo>
                    <a:pt x="421284" y="113982"/>
                  </a:lnTo>
                  <a:lnTo>
                    <a:pt x="425031" y="118085"/>
                  </a:lnTo>
                  <a:lnTo>
                    <a:pt x="428523" y="122238"/>
                  </a:lnTo>
                  <a:lnTo>
                    <a:pt x="431775" y="126454"/>
                  </a:lnTo>
                  <a:lnTo>
                    <a:pt x="434772" y="130721"/>
                  </a:lnTo>
                  <a:lnTo>
                    <a:pt x="437515" y="135052"/>
                  </a:lnTo>
                  <a:lnTo>
                    <a:pt x="439992" y="139421"/>
                  </a:lnTo>
                  <a:lnTo>
                    <a:pt x="442189" y="143866"/>
                  </a:lnTo>
                  <a:lnTo>
                    <a:pt x="444119" y="148349"/>
                  </a:lnTo>
                  <a:lnTo>
                    <a:pt x="445770" y="152883"/>
                  </a:lnTo>
                  <a:lnTo>
                    <a:pt x="447129" y="157467"/>
                  </a:lnTo>
                  <a:lnTo>
                    <a:pt x="448196" y="162103"/>
                  </a:lnTo>
                  <a:lnTo>
                    <a:pt x="448958" y="166764"/>
                  </a:lnTo>
                  <a:lnTo>
                    <a:pt x="449428" y="171475"/>
                  </a:lnTo>
                  <a:lnTo>
                    <a:pt x="449580" y="176213"/>
                  </a:lnTo>
                  <a:lnTo>
                    <a:pt x="449428" y="180950"/>
                  </a:lnTo>
                  <a:lnTo>
                    <a:pt x="448958" y="185661"/>
                  </a:lnTo>
                  <a:lnTo>
                    <a:pt x="448196" y="190322"/>
                  </a:lnTo>
                  <a:lnTo>
                    <a:pt x="447129" y="194958"/>
                  </a:lnTo>
                  <a:lnTo>
                    <a:pt x="445770" y="199542"/>
                  </a:lnTo>
                  <a:lnTo>
                    <a:pt x="444119" y="204076"/>
                  </a:lnTo>
                  <a:lnTo>
                    <a:pt x="442189" y="208559"/>
                  </a:lnTo>
                  <a:lnTo>
                    <a:pt x="439992" y="213004"/>
                  </a:lnTo>
                  <a:lnTo>
                    <a:pt x="437515" y="217373"/>
                  </a:lnTo>
                  <a:lnTo>
                    <a:pt x="434772" y="221704"/>
                  </a:lnTo>
                  <a:lnTo>
                    <a:pt x="431775" y="225971"/>
                  </a:lnTo>
                  <a:lnTo>
                    <a:pt x="428523" y="230188"/>
                  </a:lnTo>
                  <a:lnTo>
                    <a:pt x="425031" y="234340"/>
                  </a:lnTo>
                  <a:lnTo>
                    <a:pt x="421284" y="238442"/>
                  </a:lnTo>
                  <a:lnTo>
                    <a:pt x="417297" y="242481"/>
                  </a:lnTo>
                  <a:lnTo>
                    <a:pt x="413067" y="246469"/>
                  </a:lnTo>
                  <a:lnTo>
                    <a:pt x="408610" y="250393"/>
                  </a:lnTo>
                  <a:lnTo>
                    <a:pt x="403923" y="254267"/>
                  </a:lnTo>
                  <a:lnTo>
                    <a:pt x="399021" y="258064"/>
                  </a:lnTo>
                  <a:lnTo>
                    <a:pt x="393891" y="261823"/>
                  </a:lnTo>
                  <a:lnTo>
                    <a:pt x="388531" y="265506"/>
                  </a:lnTo>
                  <a:lnTo>
                    <a:pt x="382943" y="269151"/>
                  </a:lnTo>
                  <a:lnTo>
                    <a:pt x="371208" y="276212"/>
                  </a:lnTo>
                  <a:lnTo>
                    <a:pt x="358635" y="283032"/>
                  </a:lnTo>
                  <a:lnTo>
                    <a:pt x="345262" y="289585"/>
                  </a:lnTo>
                  <a:lnTo>
                    <a:pt x="331127" y="295872"/>
                  </a:lnTo>
                  <a:lnTo>
                    <a:pt x="316243" y="301892"/>
                  </a:lnTo>
                  <a:lnTo>
                    <a:pt x="300660" y="307619"/>
                  </a:lnTo>
                  <a:lnTo>
                    <a:pt x="284391" y="313055"/>
                  </a:lnTo>
                  <a:lnTo>
                    <a:pt x="267462" y="318173"/>
                  </a:lnTo>
                  <a:lnTo>
                    <a:pt x="249898" y="322986"/>
                  </a:lnTo>
                  <a:lnTo>
                    <a:pt x="231737" y="327482"/>
                  </a:lnTo>
                  <a:lnTo>
                    <a:pt x="213004" y="331635"/>
                  </a:lnTo>
                  <a:lnTo>
                    <a:pt x="193713" y="335432"/>
                  </a:lnTo>
                  <a:lnTo>
                    <a:pt x="173914" y="338887"/>
                  </a:lnTo>
                  <a:lnTo>
                    <a:pt x="153607" y="341973"/>
                  </a:lnTo>
                  <a:lnTo>
                    <a:pt x="132842" y="344678"/>
                  </a:lnTo>
                  <a:lnTo>
                    <a:pt x="111633" y="347002"/>
                  </a:lnTo>
                  <a:lnTo>
                    <a:pt x="90018" y="348932"/>
                  </a:lnTo>
                  <a:lnTo>
                    <a:pt x="68021" y="350444"/>
                  </a:lnTo>
                  <a:lnTo>
                    <a:pt x="45669" y="351536"/>
                  </a:lnTo>
                  <a:lnTo>
                    <a:pt x="22987" y="352196"/>
                  </a:lnTo>
                  <a:lnTo>
                    <a:pt x="0" y="352425"/>
                  </a:lnTo>
                  <a:lnTo>
                    <a:pt x="0" y="342899"/>
                  </a:lnTo>
                  <a:lnTo>
                    <a:pt x="22847" y="342671"/>
                  </a:lnTo>
                  <a:lnTo>
                    <a:pt x="22746" y="342684"/>
                  </a:lnTo>
                  <a:lnTo>
                    <a:pt x="45339" y="342011"/>
                  </a:lnTo>
                  <a:lnTo>
                    <a:pt x="45250" y="342024"/>
                  </a:lnTo>
                  <a:lnTo>
                    <a:pt x="67513" y="340932"/>
                  </a:lnTo>
                  <a:lnTo>
                    <a:pt x="67412" y="340932"/>
                  </a:lnTo>
                  <a:lnTo>
                    <a:pt x="89319" y="339433"/>
                  </a:lnTo>
                  <a:lnTo>
                    <a:pt x="89230" y="339433"/>
                  </a:lnTo>
                  <a:lnTo>
                    <a:pt x="110744" y="337515"/>
                  </a:lnTo>
                  <a:lnTo>
                    <a:pt x="110642" y="337528"/>
                  </a:lnTo>
                  <a:lnTo>
                    <a:pt x="131732" y="335220"/>
                  </a:lnTo>
                  <a:lnTo>
                    <a:pt x="152324" y="332537"/>
                  </a:lnTo>
                  <a:lnTo>
                    <a:pt x="152222" y="332549"/>
                  </a:lnTo>
                  <a:lnTo>
                    <a:pt x="172428" y="329476"/>
                  </a:lnTo>
                  <a:lnTo>
                    <a:pt x="172326" y="329501"/>
                  </a:lnTo>
                  <a:lnTo>
                    <a:pt x="192024" y="326060"/>
                  </a:lnTo>
                  <a:lnTo>
                    <a:pt x="191922" y="326085"/>
                  </a:lnTo>
                  <a:lnTo>
                    <a:pt x="211100" y="322300"/>
                  </a:lnTo>
                  <a:lnTo>
                    <a:pt x="210998" y="322313"/>
                  </a:lnTo>
                  <a:lnTo>
                    <a:pt x="229517" y="318211"/>
                  </a:lnTo>
                  <a:lnTo>
                    <a:pt x="247561" y="313754"/>
                  </a:lnTo>
                  <a:lnTo>
                    <a:pt x="247447" y="313792"/>
                  </a:lnTo>
                  <a:lnTo>
                    <a:pt x="264875" y="309006"/>
                  </a:lnTo>
                  <a:lnTo>
                    <a:pt x="281559" y="303949"/>
                  </a:lnTo>
                  <a:lnTo>
                    <a:pt x="281432" y="304000"/>
                  </a:lnTo>
                  <a:lnTo>
                    <a:pt x="297574" y="298602"/>
                  </a:lnTo>
                  <a:lnTo>
                    <a:pt x="297447" y="298653"/>
                  </a:lnTo>
                  <a:lnTo>
                    <a:pt x="312890" y="292976"/>
                  </a:lnTo>
                  <a:lnTo>
                    <a:pt x="312750" y="293027"/>
                  </a:lnTo>
                  <a:lnTo>
                    <a:pt x="327375" y="287114"/>
                  </a:lnTo>
                  <a:lnTo>
                    <a:pt x="341209" y="280970"/>
                  </a:lnTo>
                  <a:lnTo>
                    <a:pt x="354211" y="274594"/>
                  </a:lnTo>
                  <a:lnTo>
                    <a:pt x="366576" y="267886"/>
                  </a:lnTo>
                  <a:lnTo>
                    <a:pt x="377965" y="261036"/>
                  </a:lnTo>
                  <a:lnTo>
                    <a:pt x="377812" y="261125"/>
                  </a:lnTo>
                  <a:lnTo>
                    <a:pt x="383286" y="257569"/>
                  </a:lnTo>
                  <a:lnTo>
                    <a:pt x="383184" y="257632"/>
                  </a:lnTo>
                  <a:lnTo>
                    <a:pt x="388429" y="254013"/>
                  </a:lnTo>
                  <a:lnTo>
                    <a:pt x="388315" y="254089"/>
                  </a:lnTo>
                  <a:lnTo>
                    <a:pt x="393341" y="250421"/>
                  </a:lnTo>
                  <a:lnTo>
                    <a:pt x="398031" y="246774"/>
                  </a:lnTo>
                  <a:lnTo>
                    <a:pt x="397916" y="246875"/>
                  </a:lnTo>
                  <a:lnTo>
                    <a:pt x="402489" y="243103"/>
                  </a:lnTo>
                  <a:lnTo>
                    <a:pt x="402374" y="243192"/>
                  </a:lnTo>
                  <a:lnTo>
                    <a:pt x="406634" y="239443"/>
                  </a:lnTo>
                  <a:lnTo>
                    <a:pt x="410693" y="235610"/>
                  </a:lnTo>
                  <a:lnTo>
                    <a:pt x="410578" y="235737"/>
                  </a:lnTo>
                  <a:lnTo>
                    <a:pt x="414439" y="231813"/>
                  </a:lnTo>
                  <a:lnTo>
                    <a:pt x="414312" y="231953"/>
                  </a:lnTo>
                  <a:lnTo>
                    <a:pt x="417811" y="228123"/>
                  </a:lnTo>
                  <a:lnTo>
                    <a:pt x="421183" y="224130"/>
                  </a:lnTo>
                  <a:lnTo>
                    <a:pt x="421043" y="224282"/>
                  </a:lnTo>
                  <a:lnTo>
                    <a:pt x="424046" y="220400"/>
                  </a:lnTo>
                  <a:lnTo>
                    <a:pt x="426846" y="216411"/>
                  </a:lnTo>
                  <a:lnTo>
                    <a:pt x="429400" y="212382"/>
                  </a:lnTo>
                  <a:lnTo>
                    <a:pt x="429285" y="212585"/>
                  </a:lnTo>
                  <a:lnTo>
                    <a:pt x="431626" y="208435"/>
                  </a:lnTo>
                  <a:lnTo>
                    <a:pt x="433525" y="204604"/>
                  </a:lnTo>
                  <a:lnTo>
                    <a:pt x="435258" y="200583"/>
                  </a:lnTo>
                  <a:lnTo>
                    <a:pt x="436734" y="196505"/>
                  </a:lnTo>
                  <a:lnTo>
                    <a:pt x="437906" y="192574"/>
                  </a:lnTo>
                  <a:lnTo>
                    <a:pt x="438870" y="188346"/>
                  </a:lnTo>
                  <a:lnTo>
                    <a:pt x="439514" y="184389"/>
                  </a:lnTo>
                  <a:lnTo>
                    <a:pt x="439924" y="180222"/>
                  </a:lnTo>
                  <a:lnTo>
                    <a:pt x="440050" y="176213"/>
                  </a:lnTo>
                  <a:lnTo>
                    <a:pt x="439924" y="172203"/>
                  </a:lnTo>
                  <a:lnTo>
                    <a:pt x="439514" y="168036"/>
                  </a:lnTo>
                  <a:lnTo>
                    <a:pt x="438863" y="164035"/>
                  </a:lnTo>
                  <a:lnTo>
                    <a:pt x="437906" y="159853"/>
                  </a:lnTo>
                  <a:lnTo>
                    <a:pt x="436735" y="155921"/>
                  </a:lnTo>
                  <a:lnTo>
                    <a:pt x="435258" y="151842"/>
                  </a:lnTo>
                  <a:lnTo>
                    <a:pt x="433524" y="147820"/>
                  </a:lnTo>
                  <a:lnTo>
                    <a:pt x="431626" y="143990"/>
                  </a:lnTo>
                  <a:lnTo>
                    <a:pt x="429285" y="139840"/>
                  </a:lnTo>
                  <a:lnTo>
                    <a:pt x="429400" y="140043"/>
                  </a:lnTo>
                  <a:lnTo>
                    <a:pt x="426845" y="136012"/>
                  </a:lnTo>
                  <a:lnTo>
                    <a:pt x="424045" y="132023"/>
                  </a:lnTo>
                  <a:lnTo>
                    <a:pt x="421043" y="128143"/>
                  </a:lnTo>
                  <a:lnTo>
                    <a:pt x="421183" y="128295"/>
                  </a:lnTo>
                  <a:lnTo>
                    <a:pt x="417811" y="124302"/>
                  </a:lnTo>
                  <a:lnTo>
                    <a:pt x="414312" y="120472"/>
                  </a:lnTo>
                  <a:lnTo>
                    <a:pt x="414439" y="120612"/>
                  </a:lnTo>
                  <a:lnTo>
                    <a:pt x="410578" y="116688"/>
                  </a:lnTo>
                  <a:lnTo>
                    <a:pt x="410693" y="116815"/>
                  </a:lnTo>
                  <a:lnTo>
                    <a:pt x="406634" y="112982"/>
                  </a:lnTo>
                  <a:lnTo>
                    <a:pt x="402374" y="109233"/>
                  </a:lnTo>
                  <a:lnTo>
                    <a:pt x="402489" y="109322"/>
                  </a:lnTo>
                  <a:lnTo>
                    <a:pt x="397923" y="105555"/>
                  </a:lnTo>
                  <a:lnTo>
                    <a:pt x="393230" y="101917"/>
                  </a:lnTo>
                  <a:lnTo>
                    <a:pt x="393345" y="102006"/>
                  </a:lnTo>
                  <a:lnTo>
                    <a:pt x="388315" y="98336"/>
                  </a:lnTo>
                  <a:lnTo>
                    <a:pt x="388429" y="98412"/>
                  </a:lnTo>
                  <a:lnTo>
                    <a:pt x="383184" y="94793"/>
                  </a:lnTo>
                  <a:lnTo>
                    <a:pt x="383286" y="94856"/>
                  </a:lnTo>
                  <a:lnTo>
                    <a:pt x="377812" y="91300"/>
                  </a:lnTo>
                  <a:lnTo>
                    <a:pt x="377965" y="91389"/>
                  </a:lnTo>
                  <a:lnTo>
                    <a:pt x="366580" y="84540"/>
                  </a:lnTo>
                  <a:lnTo>
                    <a:pt x="354211" y="77831"/>
                  </a:lnTo>
                  <a:lnTo>
                    <a:pt x="341209" y="71455"/>
                  </a:lnTo>
                  <a:lnTo>
                    <a:pt x="327380" y="65313"/>
                  </a:lnTo>
                  <a:lnTo>
                    <a:pt x="312750" y="59398"/>
                  </a:lnTo>
                  <a:lnTo>
                    <a:pt x="312890" y="59449"/>
                  </a:lnTo>
                  <a:lnTo>
                    <a:pt x="297447" y="53772"/>
                  </a:lnTo>
                  <a:lnTo>
                    <a:pt x="297574" y="53822"/>
                  </a:lnTo>
                  <a:lnTo>
                    <a:pt x="281432" y="48425"/>
                  </a:lnTo>
                  <a:lnTo>
                    <a:pt x="281559" y="48476"/>
                  </a:lnTo>
                  <a:lnTo>
                    <a:pt x="264869" y="43417"/>
                  </a:lnTo>
                  <a:lnTo>
                    <a:pt x="247447" y="38633"/>
                  </a:lnTo>
                  <a:lnTo>
                    <a:pt x="247561" y="38671"/>
                  </a:lnTo>
                  <a:lnTo>
                    <a:pt x="229514" y="34201"/>
                  </a:lnTo>
                  <a:lnTo>
                    <a:pt x="229629" y="34239"/>
                  </a:lnTo>
                  <a:lnTo>
                    <a:pt x="210998" y="30099"/>
                  </a:lnTo>
                  <a:lnTo>
                    <a:pt x="211100" y="30124"/>
                  </a:lnTo>
                  <a:lnTo>
                    <a:pt x="191922" y="26340"/>
                  </a:lnTo>
                  <a:lnTo>
                    <a:pt x="192024" y="26365"/>
                  </a:lnTo>
                  <a:lnTo>
                    <a:pt x="172326" y="22923"/>
                  </a:lnTo>
                  <a:lnTo>
                    <a:pt x="172428" y="22949"/>
                  </a:lnTo>
                  <a:lnTo>
                    <a:pt x="152222" y="19876"/>
                  </a:lnTo>
                  <a:lnTo>
                    <a:pt x="152324" y="19888"/>
                  </a:lnTo>
                  <a:lnTo>
                    <a:pt x="131732" y="17205"/>
                  </a:lnTo>
                  <a:lnTo>
                    <a:pt x="110642" y="14897"/>
                  </a:lnTo>
                  <a:lnTo>
                    <a:pt x="110744" y="14910"/>
                  </a:lnTo>
                  <a:lnTo>
                    <a:pt x="89230" y="12992"/>
                  </a:lnTo>
                  <a:lnTo>
                    <a:pt x="89319" y="12992"/>
                  </a:lnTo>
                  <a:lnTo>
                    <a:pt x="67412" y="11493"/>
                  </a:lnTo>
                  <a:lnTo>
                    <a:pt x="67513" y="11493"/>
                  </a:lnTo>
                  <a:lnTo>
                    <a:pt x="45250" y="10401"/>
                  </a:lnTo>
                  <a:lnTo>
                    <a:pt x="45339" y="10414"/>
                  </a:lnTo>
                  <a:lnTo>
                    <a:pt x="22746" y="9741"/>
                  </a:lnTo>
                  <a:lnTo>
                    <a:pt x="22847" y="9753"/>
                  </a:lnTo>
                  <a:lnTo>
                    <a:pt x="0" y="9526"/>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3" name="Rectangle 192"/>
            <p:cNvSpPr/>
            <p:nvPr/>
          </p:nvSpPr>
          <p:spPr>
            <a:xfrm>
              <a:off x="3469831" y="1333500"/>
              <a:ext cx="557165"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Make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194" name="Shape 1542"/>
            <p:cNvSpPr/>
            <p:nvPr/>
          </p:nvSpPr>
          <p:spPr>
            <a:xfrm>
              <a:off x="915353" y="1333722"/>
              <a:ext cx="471805" cy="76200"/>
            </a:xfrm>
            <a:custGeom>
              <a:avLst/>
              <a:gdLst/>
              <a:ahLst/>
              <a:cxnLst/>
              <a:rect l="0" t="0" r="0" b="0"/>
              <a:pathLst>
                <a:path w="471805" h="76200">
                  <a:moveTo>
                    <a:pt x="395605" y="0"/>
                  </a:moveTo>
                  <a:lnTo>
                    <a:pt x="471805" y="38100"/>
                  </a:lnTo>
                  <a:lnTo>
                    <a:pt x="395605" y="76200"/>
                  </a:lnTo>
                  <a:lnTo>
                    <a:pt x="395605" y="42863"/>
                  </a:lnTo>
                  <a:lnTo>
                    <a:pt x="0" y="42863"/>
                  </a:lnTo>
                  <a:lnTo>
                    <a:pt x="0" y="33338"/>
                  </a:lnTo>
                  <a:lnTo>
                    <a:pt x="395605" y="33338"/>
                  </a:lnTo>
                  <a:lnTo>
                    <a:pt x="39560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5" name="Shape 1543"/>
            <p:cNvSpPr/>
            <p:nvPr/>
          </p:nvSpPr>
          <p:spPr>
            <a:xfrm>
              <a:off x="2812097" y="1334357"/>
              <a:ext cx="414020" cy="76200"/>
            </a:xfrm>
            <a:custGeom>
              <a:avLst/>
              <a:gdLst/>
              <a:ahLst/>
              <a:cxnLst/>
              <a:rect l="0" t="0" r="0" b="0"/>
              <a:pathLst>
                <a:path w="414020" h="76200">
                  <a:moveTo>
                    <a:pt x="337820" y="0"/>
                  </a:moveTo>
                  <a:lnTo>
                    <a:pt x="414020" y="38100"/>
                  </a:lnTo>
                  <a:lnTo>
                    <a:pt x="337820" y="76200"/>
                  </a:lnTo>
                  <a:lnTo>
                    <a:pt x="337820" y="42863"/>
                  </a:lnTo>
                  <a:lnTo>
                    <a:pt x="0" y="42863"/>
                  </a:lnTo>
                  <a:lnTo>
                    <a:pt x="0" y="33338"/>
                  </a:lnTo>
                  <a:lnTo>
                    <a:pt x="337820" y="33338"/>
                  </a:lnTo>
                  <a:lnTo>
                    <a:pt x="33782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6" name="Shape 1544"/>
            <p:cNvSpPr/>
            <p:nvPr/>
          </p:nvSpPr>
          <p:spPr>
            <a:xfrm>
              <a:off x="2928302" y="1964277"/>
              <a:ext cx="357505" cy="76200"/>
            </a:xfrm>
            <a:custGeom>
              <a:avLst/>
              <a:gdLst/>
              <a:ahLst/>
              <a:cxnLst/>
              <a:rect l="0" t="0" r="0" b="0"/>
              <a:pathLst>
                <a:path w="357505" h="76200">
                  <a:moveTo>
                    <a:pt x="281305" y="0"/>
                  </a:moveTo>
                  <a:lnTo>
                    <a:pt x="357505" y="38100"/>
                  </a:lnTo>
                  <a:lnTo>
                    <a:pt x="281305" y="76200"/>
                  </a:lnTo>
                  <a:lnTo>
                    <a:pt x="281305" y="42863"/>
                  </a:lnTo>
                  <a:lnTo>
                    <a:pt x="0" y="42863"/>
                  </a:lnTo>
                  <a:lnTo>
                    <a:pt x="0" y="33338"/>
                  </a:lnTo>
                  <a:lnTo>
                    <a:pt x="281305" y="33338"/>
                  </a:lnTo>
                  <a:lnTo>
                    <a:pt x="28130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7" name="Shape 1545"/>
            <p:cNvSpPr/>
            <p:nvPr/>
          </p:nvSpPr>
          <p:spPr>
            <a:xfrm>
              <a:off x="2366315" y="1367060"/>
              <a:ext cx="445795" cy="10160"/>
            </a:xfrm>
            <a:custGeom>
              <a:avLst/>
              <a:gdLst/>
              <a:ahLst/>
              <a:cxnLst/>
              <a:rect l="0" t="0" r="0" b="0"/>
              <a:pathLst>
                <a:path w="445795" h="10160">
                  <a:moveTo>
                    <a:pt x="25" y="0"/>
                  </a:moveTo>
                  <a:lnTo>
                    <a:pt x="445795" y="635"/>
                  </a:lnTo>
                  <a:lnTo>
                    <a:pt x="445770" y="10160"/>
                  </a:lnTo>
                  <a:lnTo>
                    <a:pt x="0" y="9525"/>
                  </a:lnTo>
                  <a:lnTo>
                    <a:pt x="2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8" name="Shape 11234"/>
            <p:cNvSpPr/>
            <p:nvPr/>
          </p:nvSpPr>
          <p:spPr>
            <a:xfrm>
              <a:off x="2505710" y="1371822"/>
              <a:ext cx="9525" cy="447675"/>
            </a:xfrm>
            <a:custGeom>
              <a:avLst/>
              <a:gdLst/>
              <a:ahLst/>
              <a:cxnLst/>
              <a:rect l="0" t="0" r="0" b="0"/>
              <a:pathLst>
                <a:path w="9525" h="447675">
                  <a:moveTo>
                    <a:pt x="0" y="0"/>
                  </a:moveTo>
                  <a:lnTo>
                    <a:pt x="9525" y="0"/>
                  </a:lnTo>
                  <a:lnTo>
                    <a:pt x="9525" y="447675"/>
                  </a:lnTo>
                  <a:lnTo>
                    <a:pt x="0" y="44767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199" name="Shape 11235"/>
            <p:cNvSpPr/>
            <p:nvPr/>
          </p:nvSpPr>
          <p:spPr>
            <a:xfrm>
              <a:off x="1168718" y="1814735"/>
              <a:ext cx="1341755" cy="9525"/>
            </a:xfrm>
            <a:custGeom>
              <a:avLst/>
              <a:gdLst/>
              <a:ahLst/>
              <a:cxnLst/>
              <a:rect l="0" t="0" r="0" b="0"/>
              <a:pathLst>
                <a:path w="1341755" h="9525">
                  <a:moveTo>
                    <a:pt x="0" y="0"/>
                  </a:moveTo>
                  <a:lnTo>
                    <a:pt x="1341755" y="0"/>
                  </a:lnTo>
                  <a:lnTo>
                    <a:pt x="1341755"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0" name="Shape 1548"/>
            <p:cNvSpPr/>
            <p:nvPr/>
          </p:nvSpPr>
          <p:spPr>
            <a:xfrm>
              <a:off x="1130618" y="1372457"/>
              <a:ext cx="76200" cy="447675"/>
            </a:xfrm>
            <a:custGeom>
              <a:avLst/>
              <a:gdLst/>
              <a:ahLst/>
              <a:cxnLst/>
              <a:rect l="0" t="0" r="0" b="0"/>
              <a:pathLst>
                <a:path w="76200" h="447675">
                  <a:moveTo>
                    <a:pt x="38100" y="0"/>
                  </a:moveTo>
                  <a:lnTo>
                    <a:pt x="76200" y="76200"/>
                  </a:lnTo>
                  <a:lnTo>
                    <a:pt x="42863" y="76200"/>
                  </a:lnTo>
                  <a:lnTo>
                    <a:pt x="42863" y="447675"/>
                  </a:lnTo>
                  <a:lnTo>
                    <a:pt x="33338" y="447675"/>
                  </a:lnTo>
                  <a:lnTo>
                    <a:pt x="33338"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1" name="Shape 11236"/>
            <p:cNvSpPr/>
            <p:nvPr/>
          </p:nvSpPr>
          <p:spPr>
            <a:xfrm>
              <a:off x="4498023" y="1196244"/>
              <a:ext cx="317500" cy="9525"/>
            </a:xfrm>
            <a:custGeom>
              <a:avLst/>
              <a:gdLst/>
              <a:ahLst/>
              <a:cxnLst/>
              <a:rect l="0" t="0" r="0" b="0"/>
              <a:pathLst>
                <a:path w="317500" h="9525">
                  <a:moveTo>
                    <a:pt x="0" y="0"/>
                  </a:moveTo>
                  <a:lnTo>
                    <a:pt x="317500" y="0"/>
                  </a:lnTo>
                  <a:lnTo>
                    <a:pt x="31750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2" name="Shape 11237"/>
            <p:cNvSpPr/>
            <p:nvPr/>
          </p:nvSpPr>
          <p:spPr>
            <a:xfrm>
              <a:off x="4538663" y="1858550"/>
              <a:ext cx="317500" cy="9525"/>
            </a:xfrm>
            <a:custGeom>
              <a:avLst/>
              <a:gdLst/>
              <a:ahLst/>
              <a:cxnLst/>
              <a:rect l="0" t="0" r="0" b="0"/>
              <a:pathLst>
                <a:path w="317500" h="9525">
                  <a:moveTo>
                    <a:pt x="0" y="0"/>
                  </a:moveTo>
                  <a:lnTo>
                    <a:pt x="317500" y="0"/>
                  </a:lnTo>
                  <a:lnTo>
                    <a:pt x="31750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3" name="Shape 1552"/>
            <p:cNvSpPr/>
            <p:nvPr/>
          </p:nvSpPr>
          <p:spPr>
            <a:xfrm>
              <a:off x="3281045" y="496475"/>
              <a:ext cx="419735" cy="387350"/>
            </a:xfrm>
            <a:custGeom>
              <a:avLst/>
              <a:gdLst/>
              <a:ahLst/>
              <a:cxnLst/>
              <a:rect l="0" t="0" r="0" b="0"/>
              <a:pathLst>
                <a:path w="419735" h="387350">
                  <a:moveTo>
                    <a:pt x="419735" y="0"/>
                  </a:moveTo>
                  <a:lnTo>
                    <a:pt x="419735" y="9525"/>
                  </a:lnTo>
                  <a:lnTo>
                    <a:pt x="409054" y="9588"/>
                  </a:lnTo>
                  <a:lnTo>
                    <a:pt x="409105" y="9588"/>
                  </a:lnTo>
                  <a:lnTo>
                    <a:pt x="398463" y="9766"/>
                  </a:lnTo>
                  <a:lnTo>
                    <a:pt x="398551" y="9766"/>
                  </a:lnTo>
                  <a:lnTo>
                    <a:pt x="377469" y="10503"/>
                  </a:lnTo>
                  <a:lnTo>
                    <a:pt x="377584" y="10490"/>
                  </a:lnTo>
                  <a:lnTo>
                    <a:pt x="356819" y="11697"/>
                  </a:lnTo>
                  <a:lnTo>
                    <a:pt x="356920" y="11684"/>
                  </a:lnTo>
                  <a:lnTo>
                    <a:pt x="336486" y="13348"/>
                  </a:lnTo>
                  <a:lnTo>
                    <a:pt x="336601" y="13335"/>
                  </a:lnTo>
                  <a:lnTo>
                    <a:pt x="316608" y="15434"/>
                  </a:lnTo>
                  <a:lnTo>
                    <a:pt x="296951" y="17983"/>
                  </a:lnTo>
                  <a:lnTo>
                    <a:pt x="297066" y="17958"/>
                  </a:lnTo>
                  <a:lnTo>
                    <a:pt x="277774" y="20930"/>
                  </a:lnTo>
                  <a:lnTo>
                    <a:pt x="277888" y="20917"/>
                  </a:lnTo>
                  <a:lnTo>
                    <a:pt x="259054" y="24295"/>
                  </a:lnTo>
                  <a:lnTo>
                    <a:pt x="259169" y="24270"/>
                  </a:lnTo>
                  <a:lnTo>
                    <a:pt x="240840" y="28045"/>
                  </a:lnTo>
                  <a:lnTo>
                    <a:pt x="223012" y="32207"/>
                  </a:lnTo>
                  <a:lnTo>
                    <a:pt x="223139" y="32169"/>
                  </a:lnTo>
                  <a:lnTo>
                    <a:pt x="205765" y="36716"/>
                  </a:lnTo>
                  <a:lnTo>
                    <a:pt x="205892" y="36678"/>
                  </a:lnTo>
                  <a:lnTo>
                    <a:pt x="189052" y="41592"/>
                  </a:lnTo>
                  <a:lnTo>
                    <a:pt x="189192" y="41554"/>
                  </a:lnTo>
                  <a:lnTo>
                    <a:pt x="172910" y="46825"/>
                  </a:lnTo>
                  <a:lnTo>
                    <a:pt x="173050" y="46774"/>
                  </a:lnTo>
                  <a:lnTo>
                    <a:pt x="157493" y="52346"/>
                  </a:lnTo>
                  <a:lnTo>
                    <a:pt x="142468" y="58268"/>
                  </a:lnTo>
                  <a:lnTo>
                    <a:pt x="142608" y="58204"/>
                  </a:lnTo>
                  <a:lnTo>
                    <a:pt x="128207" y="64465"/>
                  </a:lnTo>
                  <a:lnTo>
                    <a:pt x="128359" y="64389"/>
                  </a:lnTo>
                  <a:lnTo>
                    <a:pt x="114617" y="70955"/>
                  </a:lnTo>
                  <a:lnTo>
                    <a:pt x="114783" y="70866"/>
                  </a:lnTo>
                  <a:lnTo>
                    <a:pt x="101867" y="77657"/>
                  </a:lnTo>
                  <a:lnTo>
                    <a:pt x="89714" y="84698"/>
                  </a:lnTo>
                  <a:lnTo>
                    <a:pt x="78206" y="92062"/>
                  </a:lnTo>
                  <a:lnTo>
                    <a:pt x="78384" y="91935"/>
                  </a:lnTo>
                  <a:lnTo>
                    <a:pt x="67602" y="99606"/>
                  </a:lnTo>
                  <a:lnTo>
                    <a:pt x="67742" y="99492"/>
                  </a:lnTo>
                  <a:lnTo>
                    <a:pt x="62649" y="103416"/>
                  </a:lnTo>
                  <a:lnTo>
                    <a:pt x="62750" y="103340"/>
                  </a:lnTo>
                  <a:lnTo>
                    <a:pt x="57848" y="107315"/>
                  </a:lnTo>
                  <a:lnTo>
                    <a:pt x="57963" y="107239"/>
                  </a:lnTo>
                  <a:lnTo>
                    <a:pt x="53359" y="111206"/>
                  </a:lnTo>
                  <a:lnTo>
                    <a:pt x="48895" y="115291"/>
                  </a:lnTo>
                  <a:lnTo>
                    <a:pt x="49009" y="115189"/>
                  </a:lnTo>
                  <a:lnTo>
                    <a:pt x="44812" y="119273"/>
                  </a:lnTo>
                  <a:lnTo>
                    <a:pt x="40814" y="123434"/>
                  </a:lnTo>
                  <a:lnTo>
                    <a:pt x="37097" y="127584"/>
                  </a:lnTo>
                  <a:lnTo>
                    <a:pt x="37198" y="127457"/>
                  </a:lnTo>
                  <a:lnTo>
                    <a:pt x="33604" y="131775"/>
                  </a:lnTo>
                  <a:lnTo>
                    <a:pt x="33706" y="131635"/>
                  </a:lnTo>
                  <a:lnTo>
                    <a:pt x="30394" y="135919"/>
                  </a:lnTo>
                  <a:lnTo>
                    <a:pt x="27292" y="140259"/>
                  </a:lnTo>
                  <a:lnTo>
                    <a:pt x="27406" y="140106"/>
                  </a:lnTo>
                  <a:lnTo>
                    <a:pt x="24578" y="144422"/>
                  </a:lnTo>
                  <a:lnTo>
                    <a:pt x="21984" y="148788"/>
                  </a:lnTo>
                  <a:lnTo>
                    <a:pt x="19624" y="153187"/>
                  </a:lnTo>
                  <a:lnTo>
                    <a:pt x="17519" y="157593"/>
                  </a:lnTo>
                  <a:lnTo>
                    <a:pt x="15710" y="161897"/>
                  </a:lnTo>
                  <a:lnTo>
                    <a:pt x="14060" y="166428"/>
                  </a:lnTo>
                  <a:lnTo>
                    <a:pt x="12662" y="170975"/>
                  </a:lnTo>
                  <a:lnTo>
                    <a:pt x="11519" y="175514"/>
                  </a:lnTo>
                  <a:lnTo>
                    <a:pt x="11582" y="175273"/>
                  </a:lnTo>
                  <a:lnTo>
                    <a:pt x="10642" y="180048"/>
                  </a:lnTo>
                  <a:lnTo>
                    <a:pt x="10693" y="179794"/>
                  </a:lnTo>
                  <a:lnTo>
                    <a:pt x="10030" y="184538"/>
                  </a:lnTo>
                  <a:lnTo>
                    <a:pt x="9639" y="189192"/>
                  </a:lnTo>
                  <a:lnTo>
                    <a:pt x="9665" y="188925"/>
                  </a:lnTo>
                  <a:lnTo>
                    <a:pt x="9528" y="193675"/>
                  </a:lnTo>
                  <a:lnTo>
                    <a:pt x="9665" y="198425"/>
                  </a:lnTo>
                  <a:lnTo>
                    <a:pt x="9639" y="198158"/>
                  </a:lnTo>
                  <a:lnTo>
                    <a:pt x="10030" y="202812"/>
                  </a:lnTo>
                  <a:lnTo>
                    <a:pt x="10693" y="207556"/>
                  </a:lnTo>
                  <a:lnTo>
                    <a:pt x="10642" y="207302"/>
                  </a:lnTo>
                  <a:lnTo>
                    <a:pt x="11582" y="212077"/>
                  </a:lnTo>
                  <a:lnTo>
                    <a:pt x="11519" y="211836"/>
                  </a:lnTo>
                  <a:lnTo>
                    <a:pt x="12662" y="216375"/>
                  </a:lnTo>
                  <a:lnTo>
                    <a:pt x="14060" y="220922"/>
                  </a:lnTo>
                  <a:lnTo>
                    <a:pt x="15710" y="225453"/>
                  </a:lnTo>
                  <a:lnTo>
                    <a:pt x="17519" y="229758"/>
                  </a:lnTo>
                  <a:lnTo>
                    <a:pt x="19624" y="234161"/>
                  </a:lnTo>
                  <a:lnTo>
                    <a:pt x="21984" y="238563"/>
                  </a:lnTo>
                  <a:lnTo>
                    <a:pt x="24579" y="242929"/>
                  </a:lnTo>
                  <a:lnTo>
                    <a:pt x="27406" y="247244"/>
                  </a:lnTo>
                  <a:lnTo>
                    <a:pt x="27292" y="247091"/>
                  </a:lnTo>
                  <a:lnTo>
                    <a:pt x="30395" y="251433"/>
                  </a:lnTo>
                  <a:lnTo>
                    <a:pt x="33706" y="255714"/>
                  </a:lnTo>
                  <a:lnTo>
                    <a:pt x="33604" y="255575"/>
                  </a:lnTo>
                  <a:lnTo>
                    <a:pt x="37198" y="259893"/>
                  </a:lnTo>
                  <a:lnTo>
                    <a:pt x="37097" y="259766"/>
                  </a:lnTo>
                  <a:lnTo>
                    <a:pt x="40814" y="263916"/>
                  </a:lnTo>
                  <a:lnTo>
                    <a:pt x="44811" y="268075"/>
                  </a:lnTo>
                  <a:lnTo>
                    <a:pt x="49009" y="272161"/>
                  </a:lnTo>
                  <a:lnTo>
                    <a:pt x="48895" y="272059"/>
                  </a:lnTo>
                  <a:lnTo>
                    <a:pt x="53357" y="276142"/>
                  </a:lnTo>
                  <a:lnTo>
                    <a:pt x="57963" y="280111"/>
                  </a:lnTo>
                  <a:lnTo>
                    <a:pt x="57848" y="280035"/>
                  </a:lnTo>
                  <a:lnTo>
                    <a:pt x="62750" y="284010"/>
                  </a:lnTo>
                  <a:lnTo>
                    <a:pt x="62649" y="283934"/>
                  </a:lnTo>
                  <a:lnTo>
                    <a:pt x="67742" y="287858"/>
                  </a:lnTo>
                  <a:lnTo>
                    <a:pt x="67602" y="287744"/>
                  </a:lnTo>
                  <a:lnTo>
                    <a:pt x="78384" y="295415"/>
                  </a:lnTo>
                  <a:lnTo>
                    <a:pt x="78206" y="295288"/>
                  </a:lnTo>
                  <a:lnTo>
                    <a:pt x="89713" y="302651"/>
                  </a:lnTo>
                  <a:lnTo>
                    <a:pt x="101865" y="309692"/>
                  </a:lnTo>
                  <a:lnTo>
                    <a:pt x="114783" y="316484"/>
                  </a:lnTo>
                  <a:lnTo>
                    <a:pt x="114617" y="316395"/>
                  </a:lnTo>
                  <a:lnTo>
                    <a:pt x="128359" y="322961"/>
                  </a:lnTo>
                  <a:lnTo>
                    <a:pt x="128207" y="322885"/>
                  </a:lnTo>
                  <a:lnTo>
                    <a:pt x="142608" y="329146"/>
                  </a:lnTo>
                  <a:lnTo>
                    <a:pt x="142468" y="329082"/>
                  </a:lnTo>
                  <a:lnTo>
                    <a:pt x="157496" y="335005"/>
                  </a:lnTo>
                  <a:lnTo>
                    <a:pt x="173050" y="340576"/>
                  </a:lnTo>
                  <a:lnTo>
                    <a:pt x="172910" y="340525"/>
                  </a:lnTo>
                  <a:lnTo>
                    <a:pt x="189192" y="345796"/>
                  </a:lnTo>
                  <a:lnTo>
                    <a:pt x="189052" y="345757"/>
                  </a:lnTo>
                  <a:lnTo>
                    <a:pt x="205892" y="350672"/>
                  </a:lnTo>
                  <a:lnTo>
                    <a:pt x="205765" y="350634"/>
                  </a:lnTo>
                  <a:lnTo>
                    <a:pt x="223139" y="355181"/>
                  </a:lnTo>
                  <a:lnTo>
                    <a:pt x="223012" y="355143"/>
                  </a:lnTo>
                  <a:lnTo>
                    <a:pt x="240840" y="359306"/>
                  </a:lnTo>
                  <a:lnTo>
                    <a:pt x="259169" y="363080"/>
                  </a:lnTo>
                  <a:lnTo>
                    <a:pt x="259054" y="363055"/>
                  </a:lnTo>
                  <a:lnTo>
                    <a:pt x="277888" y="366433"/>
                  </a:lnTo>
                  <a:lnTo>
                    <a:pt x="277774" y="366420"/>
                  </a:lnTo>
                  <a:lnTo>
                    <a:pt x="297066" y="369392"/>
                  </a:lnTo>
                  <a:lnTo>
                    <a:pt x="296951" y="369367"/>
                  </a:lnTo>
                  <a:lnTo>
                    <a:pt x="316604" y="371915"/>
                  </a:lnTo>
                  <a:lnTo>
                    <a:pt x="336601" y="374015"/>
                  </a:lnTo>
                  <a:lnTo>
                    <a:pt x="336486" y="374002"/>
                  </a:lnTo>
                  <a:lnTo>
                    <a:pt x="356920" y="375666"/>
                  </a:lnTo>
                  <a:lnTo>
                    <a:pt x="356819" y="375653"/>
                  </a:lnTo>
                  <a:lnTo>
                    <a:pt x="377584" y="376860"/>
                  </a:lnTo>
                  <a:lnTo>
                    <a:pt x="377469" y="376847"/>
                  </a:lnTo>
                  <a:lnTo>
                    <a:pt x="398551" y="377584"/>
                  </a:lnTo>
                  <a:lnTo>
                    <a:pt x="398463" y="377584"/>
                  </a:lnTo>
                  <a:lnTo>
                    <a:pt x="409105" y="377761"/>
                  </a:lnTo>
                  <a:lnTo>
                    <a:pt x="409054" y="377761"/>
                  </a:lnTo>
                  <a:lnTo>
                    <a:pt x="419735" y="377825"/>
                  </a:lnTo>
                  <a:lnTo>
                    <a:pt x="419735" y="387350"/>
                  </a:lnTo>
                  <a:lnTo>
                    <a:pt x="408965" y="387286"/>
                  </a:lnTo>
                  <a:lnTo>
                    <a:pt x="398259" y="387109"/>
                  </a:lnTo>
                  <a:lnTo>
                    <a:pt x="377088" y="386372"/>
                  </a:lnTo>
                  <a:lnTo>
                    <a:pt x="356209" y="385166"/>
                  </a:lnTo>
                  <a:lnTo>
                    <a:pt x="335661" y="383489"/>
                  </a:lnTo>
                  <a:lnTo>
                    <a:pt x="315468" y="381368"/>
                  </a:lnTo>
                  <a:lnTo>
                    <a:pt x="295668" y="378816"/>
                  </a:lnTo>
                  <a:lnTo>
                    <a:pt x="276276" y="375818"/>
                  </a:lnTo>
                  <a:lnTo>
                    <a:pt x="257302" y="372415"/>
                  </a:lnTo>
                  <a:lnTo>
                    <a:pt x="238811" y="368605"/>
                  </a:lnTo>
                  <a:lnTo>
                    <a:pt x="220789" y="364414"/>
                  </a:lnTo>
                  <a:lnTo>
                    <a:pt x="203289" y="359829"/>
                  </a:lnTo>
                  <a:lnTo>
                    <a:pt x="186322" y="354876"/>
                  </a:lnTo>
                  <a:lnTo>
                    <a:pt x="169913" y="349567"/>
                  </a:lnTo>
                  <a:lnTo>
                    <a:pt x="154102" y="343903"/>
                  </a:lnTo>
                  <a:lnTo>
                    <a:pt x="138900" y="337909"/>
                  </a:lnTo>
                  <a:lnTo>
                    <a:pt x="124333" y="331597"/>
                  </a:lnTo>
                  <a:lnTo>
                    <a:pt x="110426" y="324955"/>
                  </a:lnTo>
                  <a:lnTo>
                    <a:pt x="97218" y="318008"/>
                  </a:lnTo>
                  <a:lnTo>
                    <a:pt x="84722" y="310769"/>
                  </a:lnTo>
                  <a:lnTo>
                    <a:pt x="72974" y="303250"/>
                  </a:lnTo>
                  <a:lnTo>
                    <a:pt x="62001" y="295466"/>
                  </a:lnTo>
                  <a:lnTo>
                    <a:pt x="56781" y="291440"/>
                  </a:lnTo>
                  <a:lnTo>
                    <a:pt x="51791" y="287375"/>
                  </a:lnTo>
                  <a:lnTo>
                    <a:pt x="46990" y="283235"/>
                  </a:lnTo>
                  <a:lnTo>
                    <a:pt x="42405" y="279032"/>
                  </a:lnTo>
                  <a:lnTo>
                    <a:pt x="38036" y="274777"/>
                  </a:lnTo>
                  <a:lnTo>
                    <a:pt x="33884" y="270446"/>
                  </a:lnTo>
                  <a:lnTo>
                    <a:pt x="29947" y="266065"/>
                  </a:lnTo>
                  <a:lnTo>
                    <a:pt x="26226" y="261620"/>
                  </a:lnTo>
                  <a:lnTo>
                    <a:pt x="22746" y="257111"/>
                  </a:lnTo>
                  <a:lnTo>
                    <a:pt x="19482" y="252539"/>
                  </a:lnTo>
                  <a:lnTo>
                    <a:pt x="16459" y="247917"/>
                  </a:lnTo>
                  <a:lnTo>
                    <a:pt x="13678" y="243230"/>
                  </a:lnTo>
                  <a:lnTo>
                    <a:pt x="11138" y="238493"/>
                  </a:lnTo>
                  <a:lnTo>
                    <a:pt x="8852" y="233705"/>
                  </a:lnTo>
                  <a:lnTo>
                    <a:pt x="6807" y="228854"/>
                  </a:lnTo>
                  <a:lnTo>
                    <a:pt x="5029" y="223964"/>
                  </a:lnTo>
                  <a:lnTo>
                    <a:pt x="3505" y="219011"/>
                  </a:lnTo>
                  <a:lnTo>
                    <a:pt x="2260" y="214020"/>
                  </a:lnTo>
                  <a:lnTo>
                    <a:pt x="1270" y="208991"/>
                  </a:lnTo>
                  <a:lnTo>
                    <a:pt x="571" y="203924"/>
                  </a:lnTo>
                  <a:lnTo>
                    <a:pt x="140" y="198818"/>
                  </a:lnTo>
                  <a:lnTo>
                    <a:pt x="0" y="193675"/>
                  </a:lnTo>
                  <a:lnTo>
                    <a:pt x="140" y="188532"/>
                  </a:lnTo>
                  <a:lnTo>
                    <a:pt x="571" y="183426"/>
                  </a:lnTo>
                  <a:lnTo>
                    <a:pt x="1270" y="178359"/>
                  </a:lnTo>
                  <a:lnTo>
                    <a:pt x="2260" y="173317"/>
                  </a:lnTo>
                  <a:lnTo>
                    <a:pt x="3505" y="168338"/>
                  </a:lnTo>
                  <a:lnTo>
                    <a:pt x="5029" y="163385"/>
                  </a:lnTo>
                  <a:lnTo>
                    <a:pt x="6807" y="158496"/>
                  </a:lnTo>
                  <a:lnTo>
                    <a:pt x="8852" y="153645"/>
                  </a:lnTo>
                  <a:lnTo>
                    <a:pt x="11138" y="148857"/>
                  </a:lnTo>
                  <a:lnTo>
                    <a:pt x="13678" y="144120"/>
                  </a:lnTo>
                  <a:lnTo>
                    <a:pt x="16459" y="139433"/>
                  </a:lnTo>
                  <a:lnTo>
                    <a:pt x="19482" y="134810"/>
                  </a:lnTo>
                  <a:lnTo>
                    <a:pt x="22746" y="130238"/>
                  </a:lnTo>
                  <a:lnTo>
                    <a:pt x="26226" y="125730"/>
                  </a:lnTo>
                  <a:lnTo>
                    <a:pt x="29947" y="121285"/>
                  </a:lnTo>
                  <a:lnTo>
                    <a:pt x="33884" y="116903"/>
                  </a:lnTo>
                  <a:lnTo>
                    <a:pt x="38036" y="112573"/>
                  </a:lnTo>
                  <a:lnTo>
                    <a:pt x="42405" y="108306"/>
                  </a:lnTo>
                  <a:lnTo>
                    <a:pt x="46990" y="104115"/>
                  </a:lnTo>
                  <a:lnTo>
                    <a:pt x="51791" y="99974"/>
                  </a:lnTo>
                  <a:lnTo>
                    <a:pt x="56781" y="95910"/>
                  </a:lnTo>
                  <a:lnTo>
                    <a:pt x="62001" y="91885"/>
                  </a:lnTo>
                  <a:lnTo>
                    <a:pt x="72974" y="84099"/>
                  </a:lnTo>
                  <a:lnTo>
                    <a:pt x="84722" y="76581"/>
                  </a:lnTo>
                  <a:lnTo>
                    <a:pt x="97218" y="69342"/>
                  </a:lnTo>
                  <a:lnTo>
                    <a:pt x="110426" y="62395"/>
                  </a:lnTo>
                  <a:lnTo>
                    <a:pt x="124333" y="55753"/>
                  </a:lnTo>
                  <a:lnTo>
                    <a:pt x="138900" y="49441"/>
                  </a:lnTo>
                  <a:lnTo>
                    <a:pt x="154102" y="43447"/>
                  </a:lnTo>
                  <a:lnTo>
                    <a:pt x="169913" y="37782"/>
                  </a:lnTo>
                  <a:lnTo>
                    <a:pt x="186322" y="32474"/>
                  </a:lnTo>
                  <a:lnTo>
                    <a:pt x="203289" y="27521"/>
                  </a:lnTo>
                  <a:lnTo>
                    <a:pt x="220789" y="22936"/>
                  </a:lnTo>
                  <a:lnTo>
                    <a:pt x="238811" y="18745"/>
                  </a:lnTo>
                  <a:lnTo>
                    <a:pt x="257302" y="14935"/>
                  </a:lnTo>
                  <a:lnTo>
                    <a:pt x="276276" y="11532"/>
                  </a:lnTo>
                  <a:lnTo>
                    <a:pt x="295668" y="8534"/>
                  </a:lnTo>
                  <a:lnTo>
                    <a:pt x="315468" y="5982"/>
                  </a:lnTo>
                  <a:lnTo>
                    <a:pt x="335661" y="3861"/>
                  </a:lnTo>
                  <a:lnTo>
                    <a:pt x="356209" y="2184"/>
                  </a:lnTo>
                  <a:lnTo>
                    <a:pt x="377088" y="978"/>
                  </a:lnTo>
                  <a:lnTo>
                    <a:pt x="398259" y="241"/>
                  </a:lnTo>
                  <a:lnTo>
                    <a:pt x="408965" y="63"/>
                  </a:lnTo>
                  <a:lnTo>
                    <a:pt x="41973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4" name="Shape 1553"/>
            <p:cNvSpPr/>
            <p:nvPr/>
          </p:nvSpPr>
          <p:spPr>
            <a:xfrm>
              <a:off x="3700780" y="496475"/>
              <a:ext cx="419735" cy="387350"/>
            </a:xfrm>
            <a:custGeom>
              <a:avLst/>
              <a:gdLst/>
              <a:ahLst/>
              <a:cxnLst/>
              <a:rect l="0" t="0" r="0" b="0"/>
              <a:pathLst>
                <a:path w="419735" h="387350">
                  <a:moveTo>
                    <a:pt x="0" y="0"/>
                  </a:moveTo>
                  <a:lnTo>
                    <a:pt x="10769" y="63"/>
                  </a:lnTo>
                  <a:lnTo>
                    <a:pt x="21476" y="241"/>
                  </a:lnTo>
                  <a:lnTo>
                    <a:pt x="42647" y="978"/>
                  </a:lnTo>
                  <a:lnTo>
                    <a:pt x="63526" y="2184"/>
                  </a:lnTo>
                  <a:lnTo>
                    <a:pt x="84074" y="3861"/>
                  </a:lnTo>
                  <a:lnTo>
                    <a:pt x="104267" y="5982"/>
                  </a:lnTo>
                  <a:lnTo>
                    <a:pt x="124066" y="8534"/>
                  </a:lnTo>
                  <a:lnTo>
                    <a:pt x="143459" y="11532"/>
                  </a:lnTo>
                  <a:lnTo>
                    <a:pt x="162420" y="14935"/>
                  </a:lnTo>
                  <a:lnTo>
                    <a:pt x="180924" y="18745"/>
                  </a:lnTo>
                  <a:lnTo>
                    <a:pt x="198946" y="22936"/>
                  </a:lnTo>
                  <a:lnTo>
                    <a:pt x="216446" y="27521"/>
                  </a:lnTo>
                  <a:lnTo>
                    <a:pt x="233413" y="32474"/>
                  </a:lnTo>
                  <a:lnTo>
                    <a:pt x="249822" y="37782"/>
                  </a:lnTo>
                  <a:lnTo>
                    <a:pt x="265633" y="43447"/>
                  </a:lnTo>
                  <a:lnTo>
                    <a:pt x="280835" y="49441"/>
                  </a:lnTo>
                  <a:lnTo>
                    <a:pt x="295402" y="55753"/>
                  </a:lnTo>
                  <a:lnTo>
                    <a:pt x="309309" y="62395"/>
                  </a:lnTo>
                  <a:lnTo>
                    <a:pt x="322516" y="69342"/>
                  </a:lnTo>
                  <a:lnTo>
                    <a:pt x="335013" y="76581"/>
                  </a:lnTo>
                  <a:lnTo>
                    <a:pt x="346761" y="84099"/>
                  </a:lnTo>
                  <a:lnTo>
                    <a:pt x="357734" y="91885"/>
                  </a:lnTo>
                  <a:lnTo>
                    <a:pt x="362953" y="95910"/>
                  </a:lnTo>
                  <a:lnTo>
                    <a:pt x="367944" y="99974"/>
                  </a:lnTo>
                  <a:lnTo>
                    <a:pt x="372745" y="104115"/>
                  </a:lnTo>
                  <a:lnTo>
                    <a:pt x="377317" y="108306"/>
                  </a:lnTo>
                  <a:lnTo>
                    <a:pt x="381698" y="112573"/>
                  </a:lnTo>
                  <a:lnTo>
                    <a:pt x="385851" y="116903"/>
                  </a:lnTo>
                  <a:lnTo>
                    <a:pt x="389788" y="121285"/>
                  </a:lnTo>
                  <a:lnTo>
                    <a:pt x="393509" y="125730"/>
                  </a:lnTo>
                  <a:lnTo>
                    <a:pt x="396989" y="130238"/>
                  </a:lnTo>
                  <a:lnTo>
                    <a:pt x="400253" y="134810"/>
                  </a:lnTo>
                  <a:lnTo>
                    <a:pt x="403276" y="139433"/>
                  </a:lnTo>
                  <a:lnTo>
                    <a:pt x="406057" y="144120"/>
                  </a:lnTo>
                  <a:lnTo>
                    <a:pt x="408597" y="148857"/>
                  </a:lnTo>
                  <a:lnTo>
                    <a:pt x="410883" y="153645"/>
                  </a:lnTo>
                  <a:lnTo>
                    <a:pt x="412928" y="158496"/>
                  </a:lnTo>
                  <a:lnTo>
                    <a:pt x="414706" y="163385"/>
                  </a:lnTo>
                  <a:lnTo>
                    <a:pt x="416230" y="168338"/>
                  </a:lnTo>
                  <a:lnTo>
                    <a:pt x="417475" y="173317"/>
                  </a:lnTo>
                  <a:lnTo>
                    <a:pt x="418465" y="178359"/>
                  </a:lnTo>
                  <a:lnTo>
                    <a:pt x="419164" y="183426"/>
                  </a:lnTo>
                  <a:lnTo>
                    <a:pt x="419595" y="188532"/>
                  </a:lnTo>
                  <a:lnTo>
                    <a:pt x="419735" y="193675"/>
                  </a:lnTo>
                  <a:lnTo>
                    <a:pt x="419595" y="198818"/>
                  </a:lnTo>
                  <a:lnTo>
                    <a:pt x="419164" y="203924"/>
                  </a:lnTo>
                  <a:lnTo>
                    <a:pt x="418465" y="208991"/>
                  </a:lnTo>
                  <a:lnTo>
                    <a:pt x="417475" y="214020"/>
                  </a:lnTo>
                  <a:lnTo>
                    <a:pt x="416230" y="219011"/>
                  </a:lnTo>
                  <a:lnTo>
                    <a:pt x="414706" y="223964"/>
                  </a:lnTo>
                  <a:lnTo>
                    <a:pt x="412928" y="228854"/>
                  </a:lnTo>
                  <a:lnTo>
                    <a:pt x="410883" y="233705"/>
                  </a:lnTo>
                  <a:lnTo>
                    <a:pt x="408597" y="238493"/>
                  </a:lnTo>
                  <a:lnTo>
                    <a:pt x="406057" y="243230"/>
                  </a:lnTo>
                  <a:lnTo>
                    <a:pt x="403276" y="247917"/>
                  </a:lnTo>
                  <a:lnTo>
                    <a:pt x="400253" y="252539"/>
                  </a:lnTo>
                  <a:lnTo>
                    <a:pt x="396989" y="257111"/>
                  </a:lnTo>
                  <a:lnTo>
                    <a:pt x="393509" y="261620"/>
                  </a:lnTo>
                  <a:lnTo>
                    <a:pt x="389788" y="266065"/>
                  </a:lnTo>
                  <a:lnTo>
                    <a:pt x="385851" y="270446"/>
                  </a:lnTo>
                  <a:lnTo>
                    <a:pt x="381698" y="274777"/>
                  </a:lnTo>
                  <a:lnTo>
                    <a:pt x="377317" y="279032"/>
                  </a:lnTo>
                  <a:lnTo>
                    <a:pt x="372745" y="283235"/>
                  </a:lnTo>
                  <a:lnTo>
                    <a:pt x="367944" y="287375"/>
                  </a:lnTo>
                  <a:lnTo>
                    <a:pt x="362953" y="291440"/>
                  </a:lnTo>
                  <a:lnTo>
                    <a:pt x="357734" y="295466"/>
                  </a:lnTo>
                  <a:lnTo>
                    <a:pt x="346761" y="303250"/>
                  </a:lnTo>
                  <a:lnTo>
                    <a:pt x="335013" y="310769"/>
                  </a:lnTo>
                  <a:lnTo>
                    <a:pt x="322516" y="318008"/>
                  </a:lnTo>
                  <a:lnTo>
                    <a:pt x="309309" y="324955"/>
                  </a:lnTo>
                  <a:lnTo>
                    <a:pt x="295402" y="331597"/>
                  </a:lnTo>
                  <a:lnTo>
                    <a:pt x="280835" y="337909"/>
                  </a:lnTo>
                  <a:lnTo>
                    <a:pt x="265633" y="343903"/>
                  </a:lnTo>
                  <a:lnTo>
                    <a:pt x="249822" y="349567"/>
                  </a:lnTo>
                  <a:lnTo>
                    <a:pt x="233413" y="354876"/>
                  </a:lnTo>
                  <a:lnTo>
                    <a:pt x="216446" y="359829"/>
                  </a:lnTo>
                  <a:lnTo>
                    <a:pt x="198946" y="364414"/>
                  </a:lnTo>
                  <a:lnTo>
                    <a:pt x="180924" y="368605"/>
                  </a:lnTo>
                  <a:lnTo>
                    <a:pt x="162420" y="372415"/>
                  </a:lnTo>
                  <a:lnTo>
                    <a:pt x="143459" y="375818"/>
                  </a:lnTo>
                  <a:lnTo>
                    <a:pt x="124066" y="378816"/>
                  </a:lnTo>
                  <a:lnTo>
                    <a:pt x="104267" y="381368"/>
                  </a:lnTo>
                  <a:lnTo>
                    <a:pt x="84074" y="383489"/>
                  </a:lnTo>
                  <a:lnTo>
                    <a:pt x="63526" y="385166"/>
                  </a:lnTo>
                  <a:lnTo>
                    <a:pt x="42647" y="386372"/>
                  </a:lnTo>
                  <a:lnTo>
                    <a:pt x="21476" y="387109"/>
                  </a:lnTo>
                  <a:lnTo>
                    <a:pt x="10769" y="387286"/>
                  </a:lnTo>
                  <a:lnTo>
                    <a:pt x="0" y="387350"/>
                  </a:lnTo>
                  <a:lnTo>
                    <a:pt x="0" y="377825"/>
                  </a:lnTo>
                  <a:lnTo>
                    <a:pt x="10681" y="377761"/>
                  </a:lnTo>
                  <a:lnTo>
                    <a:pt x="10630" y="377761"/>
                  </a:lnTo>
                  <a:lnTo>
                    <a:pt x="21272" y="377584"/>
                  </a:lnTo>
                  <a:lnTo>
                    <a:pt x="21184" y="377584"/>
                  </a:lnTo>
                  <a:lnTo>
                    <a:pt x="42266" y="376847"/>
                  </a:lnTo>
                  <a:lnTo>
                    <a:pt x="42151" y="376860"/>
                  </a:lnTo>
                  <a:lnTo>
                    <a:pt x="62916" y="375653"/>
                  </a:lnTo>
                  <a:lnTo>
                    <a:pt x="62814" y="375666"/>
                  </a:lnTo>
                  <a:lnTo>
                    <a:pt x="83248" y="374002"/>
                  </a:lnTo>
                  <a:lnTo>
                    <a:pt x="83134" y="374015"/>
                  </a:lnTo>
                  <a:lnTo>
                    <a:pt x="103131" y="371915"/>
                  </a:lnTo>
                  <a:lnTo>
                    <a:pt x="122784" y="369367"/>
                  </a:lnTo>
                  <a:lnTo>
                    <a:pt x="122669" y="369392"/>
                  </a:lnTo>
                  <a:lnTo>
                    <a:pt x="141961" y="366420"/>
                  </a:lnTo>
                  <a:lnTo>
                    <a:pt x="141834" y="366433"/>
                  </a:lnTo>
                  <a:lnTo>
                    <a:pt x="160681" y="363055"/>
                  </a:lnTo>
                  <a:lnTo>
                    <a:pt x="160566" y="363080"/>
                  </a:lnTo>
                  <a:lnTo>
                    <a:pt x="178895" y="359306"/>
                  </a:lnTo>
                  <a:lnTo>
                    <a:pt x="196723" y="355143"/>
                  </a:lnTo>
                  <a:lnTo>
                    <a:pt x="196596" y="355181"/>
                  </a:lnTo>
                  <a:lnTo>
                    <a:pt x="213970" y="350634"/>
                  </a:lnTo>
                  <a:lnTo>
                    <a:pt x="213843" y="350672"/>
                  </a:lnTo>
                  <a:lnTo>
                    <a:pt x="230683" y="345757"/>
                  </a:lnTo>
                  <a:lnTo>
                    <a:pt x="230543" y="345796"/>
                  </a:lnTo>
                  <a:lnTo>
                    <a:pt x="246812" y="340525"/>
                  </a:lnTo>
                  <a:lnTo>
                    <a:pt x="246685" y="340576"/>
                  </a:lnTo>
                  <a:lnTo>
                    <a:pt x="262239" y="335005"/>
                  </a:lnTo>
                  <a:lnTo>
                    <a:pt x="277266" y="329082"/>
                  </a:lnTo>
                  <a:lnTo>
                    <a:pt x="277127" y="329146"/>
                  </a:lnTo>
                  <a:lnTo>
                    <a:pt x="291528" y="322885"/>
                  </a:lnTo>
                  <a:lnTo>
                    <a:pt x="291376" y="322961"/>
                  </a:lnTo>
                  <a:lnTo>
                    <a:pt x="305117" y="316395"/>
                  </a:lnTo>
                  <a:lnTo>
                    <a:pt x="304952" y="316484"/>
                  </a:lnTo>
                  <a:lnTo>
                    <a:pt x="317870" y="309692"/>
                  </a:lnTo>
                  <a:lnTo>
                    <a:pt x="330022" y="302651"/>
                  </a:lnTo>
                  <a:lnTo>
                    <a:pt x="341414" y="295361"/>
                  </a:lnTo>
                  <a:lnTo>
                    <a:pt x="352133" y="287744"/>
                  </a:lnTo>
                  <a:lnTo>
                    <a:pt x="351993" y="287858"/>
                  </a:lnTo>
                  <a:lnTo>
                    <a:pt x="357086" y="283934"/>
                  </a:lnTo>
                  <a:lnTo>
                    <a:pt x="356984" y="284010"/>
                  </a:lnTo>
                  <a:lnTo>
                    <a:pt x="361874" y="280035"/>
                  </a:lnTo>
                  <a:lnTo>
                    <a:pt x="361772" y="280111"/>
                  </a:lnTo>
                  <a:lnTo>
                    <a:pt x="366378" y="276142"/>
                  </a:lnTo>
                  <a:lnTo>
                    <a:pt x="370840" y="272059"/>
                  </a:lnTo>
                  <a:lnTo>
                    <a:pt x="370726" y="272161"/>
                  </a:lnTo>
                  <a:lnTo>
                    <a:pt x="374924" y="268075"/>
                  </a:lnTo>
                  <a:lnTo>
                    <a:pt x="378921" y="263916"/>
                  </a:lnTo>
                  <a:lnTo>
                    <a:pt x="382638" y="259766"/>
                  </a:lnTo>
                  <a:lnTo>
                    <a:pt x="382537" y="259893"/>
                  </a:lnTo>
                  <a:lnTo>
                    <a:pt x="386131" y="255575"/>
                  </a:lnTo>
                  <a:lnTo>
                    <a:pt x="386029" y="255714"/>
                  </a:lnTo>
                  <a:lnTo>
                    <a:pt x="389340" y="251433"/>
                  </a:lnTo>
                  <a:lnTo>
                    <a:pt x="392443" y="247091"/>
                  </a:lnTo>
                  <a:lnTo>
                    <a:pt x="392328" y="247244"/>
                  </a:lnTo>
                  <a:lnTo>
                    <a:pt x="395156" y="242929"/>
                  </a:lnTo>
                  <a:lnTo>
                    <a:pt x="397751" y="238563"/>
                  </a:lnTo>
                  <a:lnTo>
                    <a:pt x="400111" y="234161"/>
                  </a:lnTo>
                  <a:lnTo>
                    <a:pt x="402247" y="229692"/>
                  </a:lnTo>
                  <a:lnTo>
                    <a:pt x="402146" y="229895"/>
                  </a:lnTo>
                  <a:lnTo>
                    <a:pt x="404028" y="225445"/>
                  </a:lnTo>
                  <a:lnTo>
                    <a:pt x="405675" y="220922"/>
                  </a:lnTo>
                  <a:lnTo>
                    <a:pt x="407072" y="216375"/>
                  </a:lnTo>
                  <a:lnTo>
                    <a:pt x="408216" y="211836"/>
                  </a:lnTo>
                  <a:lnTo>
                    <a:pt x="408153" y="212077"/>
                  </a:lnTo>
                  <a:lnTo>
                    <a:pt x="409092" y="207302"/>
                  </a:lnTo>
                  <a:lnTo>
                    <a:pt x="409042" y="207556"/>
                  </a:lnTo>
                  <a:lnTo>
                    <a:pt x="409705" y="202812"/>
                  </a:lnTo>
                  <a:lnTo>
                    <a:pt x="410096" y="198158"/>
                  </a:lnTo>
                  <a:lnTo>
                    <a:pt x="410070" y="198425"/>
                  </a:lnTo>
                  <a:lnTo>
                    <a:pt x="410206" y="193675"/>
                  </a:lnTo>
                  <a:lnTo>
                    <a:pt x="410070" y="188925"/>
                  </a:lnTo>
                  <a:lnTo>
                    <a:pt x="410096" y="189192"/>
                  </a:lnTo>
                  <a:lnTo>
                    <a:pt x="409705" y="184538"/>
                  </a:lnTo>
                  <a:lnTo>
                    <a:pt x="409042" y="179794"/>
                  </a:lnTo>
                  <a:lnTo>
                    <a:pt x="409092" y="180048"/>
                  </a:lnTo>
                  <a:lnTo>
                    <a:pt x="408153" y="175273"/>
                  </a:lnTo>
                  <a:lnTo>
                    <a:pt x="408216" y="175514"/>
                  </a:lnTo>
                  <a:lnTo>
                    <a:pt x="407072" y="170975"/>
                  </a:lnTo>
                  <a:lnTo>
                    <a:pt x="405675" y="166428"/>
                  </a:lnTo>
                  <a:lnTo>
                    <a:pt x="404028" y="161905"/>
                  </a:lnTo>
                  <a:lnTo>
                    <a:pt x="402146" y="157455"/>
                  </a:lnTo>
                  <a:lnTo>
                    <a:pt x="402247" y="157658"/>
                  </a:lnTo>
                  <a:lnTo>
                    <a:pt x="400111" y="153187"/>
                  </a:lnTo>
                  <a:lnTo>
                    <a:pt x="397751" y="148788"/>
                  </a:lnTo>
                  <a:lnTo>
                    <a:pt x="395157" y="144422"/>
                  </a:lnTo>
                  <a:lnTo>
                    <a:pt x="392328" y="140106"/>
                  </a:lnTo>
                  <a:lnTo>
                    <a:pt x="392443" y="140259"/>
                  </a:lnTo>
                  <a:lnTo>
                    <a:pt x="389341" y="135919"/>
                  </a:lnTo>
                  <a:lnTo>
                    <a:pt x="386029" y="131635"/>
                  </a:lnTo>
                  <a:lnTo>
                    <a:pt x="386131" y="131775"/>
                  </a:lnTo>
                  <a:lnTo>
                    <a:pt x="382537" y="127457"/>
                  </a:lnTo>
                  <a:lnTo>
                    <a:pt x="382638" y="127584"/>
                  </a:lnTo>
                  <a:lnTo>
                    <a:pt x="378921" y="123434"/>
                  </a:lnTo>
                  <a:lnTo>
                    <a:pt x="374922" y="119273"/>
                  </a:lnTo>
                  <a:lnTo>
                    <a:pt x="370726" y="115189"/>
                  </a:lnTo>
                  <a:lnTo>
                    <a:pt x="370840" y="115291"/>
                  </a:lnTo>
                  <a:lnTo>
                    <a:pt x="366376" y="111206"/>
                  </a:lnTo>
                  <a:lnTo>
                    <a:pt x="361772" y="107239"/>
                  </a:lnTo>
                  <a:lnTo>
                    <a:pt x="361874" y="107315"/>
                  </a:lnTo>
                  <a:lnTo>
                    <a:pt x="356984" y="103340"/>
                  </a:lnTo>
                  <a:lnTo>
                    <a:pt x="357086" y="103416"/>
                  </a:lnTo>
                  <a:lnTo>
                    <a:pt x="351993" y="99492"/>
                  </a:lnTo>
                  <a:lnTo>
                    <a:pt x="352133" y="99606"/>
                  </a:lnTo>
                  <a:lnTo>
                    <a:pt x="341413" y="91988"/>
                  </a:lnTo>
                  <a:lnTo>
                    <a:pt x="330021" y="84698"/>
                  </a:lnTo>
                  <a:lnTo>
                    <a:pt x="317868" y="77657"/>
                  </a:lnTo>
                  <a:lnTo>
                    <a:pt x="304952" y="70866"/>
                  </a:lnTo>
                  <a:lnTo>
                    <a:pt x="305117" y="70955"/>
                  </a:lnTo>
                  <a:lnTo>
                    <a:pt x="291376" y="64389"/>
                  </a:lnTo>
                  <a:lnTo>
                    <a:pt x="291528" y="64465"/>
                  </a:lnTo>
                  <a:lnTo>
                    <a:pt x="277127" y="58204"/>
                  </a:lnTo>
                  <a:lnTo>
                    <a:pt x="277266" y="58268"/>
                  </a:lnTo>
                  <a:lnTo>
                    <a:pt x="262242" y="52346"/>
                  </a:lnTo>
                  <a:lnTo>
                    <a:pt x="246685" y="46774"/>
                  </a:lnTo>
                  <a:lnTo>
                    <a:pt x="246812" y="46825"/>
                  </a:lnTo>
                  <a:lnTo>
                    <a:pt x="230543" y="41554"/>
                  </a:lnTo>
                  <a:lnTo>
                    <a:pt x="230683" y="41592"/>
                  </a:lnTo>
                  <a:lnTo>
                    <a:pt x="213843" y="36678"/>
                  </a:lnTo>
                  <a:lnTo>
                    <a:pt x="213970" y="36716"/>
                  </a:lnTo>
                  <a:lnTo>
                    <a:pt x="196596" y="32169"/>
                  </a:lnTo>
                  <a:lnTo>
                    <a:pt x="196723" y="32207"/>
                  </a:lnTo>
                  <a:lnTo>
                    <a:pt x="178895" y="28045"/>
                  </a:lnTo>
                  <a:lnTo>
                    <a:pt x="160566" y="24270"/>
                  </a:lnTo>
                  <a:lnTo>
                    <a:pt x="160681" y="24295"/>
                  </a:lnTo>
                  <a:lnTo>
                    <a:pt x="141834" y="20917"/>
                  </a:lnTo>
                  <a:lnTo>
                    <a:pt x="141961" y="20930"/>
                  </a:lnTo>
                  <a:lnTo>
                    <a:pt x="122669" y="17958"/>
                  </a:lnTo>
                  <a:lnTo>
                    <a:pt x="122784" y="17983"/>
                  </a:lnTo>
                  <a:lnTo>
                    <a:pt x="103127" y="15434"/>
                  </a:lnTo>
                  <a:lnTo>
                    <a:pt x="83134" y="13335"/>
                  </a:lnTo>
                  <a:lnTo>
                    <a:pt x="83248" y="13348"/>
                  </a:lnTo>
                  <a:lnTo>
                    <a:pt x="62814" y="11684"/>
                  </a:lnTo>
                  <a:lnTo>
                    <a:pt x="62916" y="11697"/>
                  </a:lnTo>
                  <a:lnTo>
                    <a:pt x="42151" y="10490"/>
                  </a:lnTo>
                  <a:lnTo>
                    <a:pt x="42266" y="10503"/>
                  </a:lnTo>
                  <a:lnTo>
                    <a:pt x="21184" y="9766"/>
                  </a:lnTo>
                  <a:lnTo>
                    <a:pt x="21272" y="9766"/>
                  </a:lnTo>
                  <a:lnTo>
                    <a:pt x="10630" y="9588"/>
                  </a:lnTo>
                  <a:lnTo>
                    <a:pt x="10681" y="9588"/>
                  </a:lnTo>
                  <a:lnTo>
                    <a:pt x="0" y="9525"/>
                  </a:lnTo>
                  <a:lnTo>
                    <a:pt x="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5" name="Rectangle 204"/>
            <p:cNvSpPr/>
            <p:nvPr/>
          </p:nvSpPr>
          <p:spPr>
            <a:xfrm>
              <a:off x="3474402" y="627876"/>
              <a:ext cx="557165" cy="237318"/>
            </a:xfrm>
            <a:prstGeom prst="rect">
              <a:avLst/>
            </a:prstGeom>
            <a:ln>
              <a:noFill/>
            </a:ln>
          </p:spPr>
          <p:txBody>
            <a:bodyPr vert="horz" lIns="0" tIns="0" rIns="0" bIns="0" rtlCol="0">
              <a:noAutofit/>
            </a:bodyPr>
            <a:lstStyle/>
            <a:p>
              <a:pPr marL="0" marR="0" indent="0">
                <a:lnSpc>
                  <a:spcPct val="107000"/>
                </a:lnSpc>
                <a:spcBef>
                  <a:spcPts val="0"/>
                </a:spcBef>
                <a:spcAft>
                  <a:spcPts val="800"/>
                </a:spcAft>
              </a:pPr>
              <a:r>
                <a:rPr lang="en-GB" sz="1400" b="1">
                  <a:solidFill>
                    <a:srgbClr val="000000"/>
                  </a:solidFill>
                  <a:effectLst/>
                  <a:latin typeface="Calibri" panose="020F0502020204030204" pitchFamily="34" charset="0"/>
                  <a:ea typeface="Calibri" panose="020F0502020204030204" pitchFamily="34" charset="0"/>
                  <a:cs typeface="Cambria" panose="02040503050406030204" pitchFamily="18" charset="0"/>
                </a:rPr>
                <a:t>Make</a:t>
              </a:r>
              <a:endParaRPr lang="en-GB" sz="1400">
                <a:solidFill>
                  <a:srgbClr val="262626"/>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06" name="Shape 1555"/>
            <p:cNvSpPr/>
            <p:nvPr/>
          </p:nvSpPr>
          <p:spPr>
            <a:xfrm>
              <a:off x="2928163" y="624706"/>
              <a:ext cx="357645" cy="76162"/>
            </a:xfrm>
            <a:custGeom>
              <a:avLst/>
              <a:gdLst/>
              <a:ahLst/>
              <a:cxnLst/>
              <a:rect l="0" t="0" r="0" b="0"/>
              <a:pathLst>
                <a:path w="357645" h="76162">
                  <a:moveTo>
                    <a:pt x="280391" y="0"/>
                  </a:moveTo>
                  <a:lnTo>
                    <a:pt x="357645" y="35916"/>
                  </a:lnTo>
                  <a:lnTo>
                    <a:pt x="282562" y="76162"/>
                  </a:lnTo>
                  <a:lnTo>
                    <a:pt x="281607" y="42845"/>
                  </a:lnTo>
                  <a:lnTo>
                    <a:pt x="279" y="50838"/>
                  </a:lnTo>
                  <a:lnTo>
                    <a:pt x="0" y="41313"/>
                  </a:lnTo>
                  <a:lnTo>
                    <a:pt x="281335" y="33320"/>
                  </a:lnTo>
                  <a:lnTo>
                    <a:pt x="28039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7" name="Shape 11238"/>
            <p:cNvSpPr/>
            <p:nvPr/>
          </p:nvSpPr>
          <p:spPr>
            <a:xfrm>
              <a:off x="4115752" y="676179"/>
              <a:ext cx="342900" cy="9525"/>
            </a:xfrm>
            <a:custGeom>
              <a:avLst/>
              <a:gdLst/>
              <a:ahLst/>
              <a:cxnLst/>
              <a:rect l="0" t="0" r="0" b="0"/>
              <a:pathLst>
                <a:path w="342900" h="9525">
                  <a:moveTo>
                    <a:pt x="0" y="0"/>
                  </a:moveTo>
                  <a:lnTo>
                    <a:pt x="342900" y="0"/>
                  </a:lnTo>
                  <a:lnTo>
                    <a:pt x="34290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8" name="Shape 1557"/>
            <p:cNvSpPr/>
            <p:nvPr/>
          </p:nvSpPr>
          <p:spPr>
            <a:xfrm>
              <a:off x="4115740" y="1367060"/>
              <a:ext cx="422935" cy="10160"/>
            </a:xfrm>
            <a:custGeom>
              <a:avLst/>
              <a:gdLst/>
              <a:ahLst/>
              <a:cxnLst/>
              <a:rect l="0" t="0" r="0" b="0"/>
              <a:pathLst>
                <a:path w="422935" h="10160">
                  <a:moveTo>
                    <a:pt x="422910" y="0"/>
                  </a:moveTo>
                  <a:lnTo>
                    <a:pt x="422935" y="9525"/>
                  </a:lnTo>
                  <a:lnTo>
                    <a:pt x="25" y="10160"/>
                  </a:lnTo>
                  <a:lnTo>
                    <a:pt x="0" y="635"/>
                  </a:lnTo>
                  <a:lnTo>
                    <a:pt x="42291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09" name="Shape 11239"/>
            <p:cNvSpPr/>
            <p:nvPr/>
          </p:nvSpPr>
          <p:spPr>
            <a:xfrm>
              <a:off x="4195128" y="1997615"/>
              <a:ext cx="363220" cy="9525"/>
            </a:xfrm>
            <a:custGeom>
              <a:avLst/>
              <a:gdLst/>
              <a:ahLst/>
              <a:cxnLst/>
              <a:rect l="0" t="0" r="0" b="0"/>
              <a:pathLst>
                <a:path w="363220" h="9525">
                  <a:moveTo>
                    <a:pt x="0" y="0"/>
                  </a:moveTo>
                  <a:lnTo>
                    <a:pt x="363220" y="0"/>
                  </a:lnTo>
                  <a:lnTo>
                    <a:pt x="363220" y="9525"/>
                  </a:lnTo>
                  <a:lnTo>
                    <a:pt x="0" y="952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sp>
          <p:nvSpPr>
            <p:cNvPr id="210" name="Shape 11240"/>
            <p:cNvSpPr/>
            <p:nvPr/>
          </p:nvSpPr>
          <p:spPr>
            <a:xfrm>
              <a:off x="2923540" y="680942"/>
              <a:ext cx="9525" cy="1321435"/>
            </a:xfrm>
            <a:custGeom>
              <a:avLst/>
              <a:gdLst/>
              <a:ahLst/>
              <a:cxnLst/>
              <a:rect l="0" t="0" r="0" b="0"/>
              <a:pathLst>
                <a:path w="9525" h="1321435">
                  <a:moveTo>
                    <a:pt x="0" y="0"/>
                  </a:moveTo>
                  <a:lnTo>
                    <a:pt x="9525" y="0"/>
                  </a:lnTo>
                  <a:lnTo>
                    <a:pt x="9525" y="1321435"/>
                  </a:lnTo>
                  <a:lnTo>
                    <a:pt x="0" y="1321435"/>
                  </a:lnTo>
                  <a:lnTo>
                    <a:pt x="0" y="0"/>
                  </a:lnTo>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GB"/>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Requirements</a:t>
            </a:r>
            <a:endParaRPr lang="en-US" b="1" dirty="0"/>
          </a:p>
        </p:txBody>
      </p:sp>
      <p:sp>
        <p:nvSpPr>
          <p:cNvPr id="3" name="Content Placeholder 2"/>
          <p:cNvSpPr>
            <a:spLocks noGrp="1"/>
          </p:cNvSpPr>
          <p:nvPr>
            <p:ph idx="1"/>
          </p:nvPr>
        </p:nvSpPr>
        <p:spPr/>
        <p:txBody>
          <a:bodyPr>
            <a:normAutofit fontScale="70000" lnSpcReduction="20000"/>
          </a:bodyPr>
          <a:lstStyle/>
          <a:p>
            <a:pPr lvl="0"/>
            <a:r>
              <a:rPr lang="en-GB" sz="5100" b="1" dirty="0" smtClean="0"/>
              <a:t>Software Requirements:</a:t>
            </a:r>
            <a:endParaRPr lang="en-US" sz="5100" dirty="0" smtClean="0"/>
          </a:p>
          <a:p>
            <a:pPr>
              <a:buFont typeface="Wingdings" pitchFamily="2" charset="2"/>
              <a:buChar char="§"/>
            </a:pPr>
            <a:r>
              <a:rPr lang="en-GB" dirty="0" smtClean="0"/>
              <a:t>Front End </a:t>
            </a:r>
            <a:r>
              <a:rPr lang="en-GB" dirty="0" smtClean="0"/>
              <a:t>   :</a:t>
            </a:r>
            <a:r>
              <a:rPr lang="en-GB" dirty="0" smtClean="0"/>
              <a:t>	HTML </a:t>
            </a:r>
            <a:endParaRPr lang="en-GB" dirty="0" smtClean="0"/>
          </a:p>
          <a:p>
            <a:pPr>
              <a:buFont typeface="Wingdings" pitchFamily="2" charset="2"/>
              <a:buChar char="§"/>
            </a:pPr>
            <a:r>
              <a:rPr lang="en-GB" dirty="0" smtClean="0"/>
              <a:t>Back </a:t>
            </a:r>
            <a:r>
              <a:rPr lang="en-GB" dirty="0" smtClean="0"/>
              <a:t>End </a:t>
            </a:r>
            <a:r>
              <a:rPr lang="en-GB" dirty="0" smtClean="0"/>
              <a:t>    :</a:t>
            </a:r>
            <a:r>
              <a:rPr lang="en-GB" dirty="0" smtClean="0"/>
              <a:t>	</a:t>
            </a:r>
            <a:r>
              <a:rPr lang="en-GB" dirty="0" smtClean="0"/>
              <a:t>MYSQL </a:t>
            </a:r>
          </a:p>
          <a:p>
            <a:pPr>
              <a:buFont typeface="Wingdings" pitchFamily="2" charset="2"/>
              <a:buChar char="§"/>
            </a:pPr>
            <a:r>
              <a:rPr lang="en-GB" dirty="0" smtClean="0"/>
              <a:t>Server          :</a:t>
            </a:r>
            <a:endParaRPr lang="en-US" dirty="0" smtClean="0"/>
          </a:p>
          <a:p>
            <a:pPr>
              <a:buFont typeface="Wingdings" pitchFamily="2" charset="2"/>
              <a:buChar char="§"/>
            </a:pPr>
            <a:r>
              <a:rPr lang="en-GB" dirty="0" smtClean="0"/>
              <a:t>Browser      :</a:t>
            </a:r>
            <a:r>
              <a:rPr lang="en-GB" dirty="0" smtClean="0"/>
              <a:t>	Google chrome, Internet Explorer</a:t>
            </a:r>
            <a:endParaRPr lang="en-US" dirty="0" smtClean="0"/>
          </a:p>
          <a:p>
            <a:pPr>
              <a:buNone/>
            </a:pPr>
            <a:endParaRPr lang="en-US" dirty="0" smtClean="0"/>
          </a:p>
          <a:p>
            <a:pPr lvl="0"/>
            <a:r>
              <a:rPr lang="en-GB" sz="4200" b="1" dirty="0" smtClean="0"/>
              <a:t>Hardware Requirements:</a:t>
            </a:r>
            <a:endParaRPr lang="en-US" sz="4200" dirty="0" smtClean="0"/>
          </a:p>
          <a:p>
            <a:pPr>
              <a:buFont typeface="Wingdings" pitchFamily="2" charset="2"/>
              <a:buChar char="§"/>
            </a:pPr>
            <a:r>
              <a:rPr lang="en-GB" dirty="0" smtClean="0"/>
              <a:t>Operating </a:t>
            </a:r>
            <a:r>
              <a:rPr lang="en-GB" dirty="0" smtClean="0"/>
              <a:t>System </a:t>
            </a:r>
            <a:r>
              <a:rPr lang="en-GB" dirty="0" smtClean="0"/>
              <a:t>:  Windows</a:t>
            </a:r>
            <a:endParaRPr lang="en-US" dirty="0" smtClean="0"/>
          </a:p>
          <a:p>
            <a:pPr>
              <a:buFont typeface="Wingdings" pitchFamily="2" charset="2"/>
              <a:buChar char="§"/>
            </a:pPr>
            <a:r>
              <a:rPr lang="en-US" dirty="0" smtClean="0"/>
              <a:t>Processor               :  </a:t>
            </a:r>
            <a:r>
              <a:rPr lang="en-US" dirty="0" smtClean="0"/>
              <a:t>I</a:t>
            </a:r>
            <a:r>
              <a:rPr lang="en-US" dirty="0" smtClean="0"/>
              <a:t>ntel </a:t>
            </a:r>
            <a:r>
              <a:rPr lang="en-US" dirty="0" smtClean="0"/>
              <a:t>core i3</a:t>
            </a:r>
          </a:p>
          <a:p>
            <a:pPr>
              <a:buFont typeface="Wingdings" pitchFamily="2" charset="2"/>
              <a:buChar char="§"/>
            </a:pPr>
            <a:r>
              <a:rPr lang="en-US" dirty="0" smtClean="0"/>
              <a:t>RAM                        :  4GB</a:t>
            </a:r>
            <a:endParaRPr lang="en-US" dirty="0" smtClean="0"/>
          </a:p>
          <a:p>
            <a:pPr>
              <a:buFont typeface="Wingdings" pitchFamily="2" charset="2"/>
              <a:buChar char="§"/>
            </a:pPr>
            <a:r>
              <a:rPr lang="en-US" dirty="0" smtClean="0"/>
              <a:t>Hard </a:t>
            </a:r>
            <a:r>
              <a:rPr lang="en-US" dirty="0" smtClean="0"/>
              <a:t>Disk               :  120GB </a:t>
            </a:r>
            <a:r>
              <a:rPr lang="en-US" dirty="0" smtClean="0"/>
              <a:t>and above</a:t>
            </a:r>
          </a:p>
          <a:p>
            <a:pPr>
              <a:buFont typeface="Wingdings" pitchFamily="2" charset="2"/>
              <a:buChar char="§"/>
            </a:pPr>
            <a:r>
              <a:rPr lang="en-US" dirty="0" smtClean="0"/>
              <a:t>System </a:t>
            </a:r>
            <a:r>
              <a:rPr lang="en-US" dirty="0" smtClean="0"/>
              <a:t>Bus            :  </a:t>
            </a:r>
            <a:r>
              <a:rPr lang="en-US" smtClean="0"/>
              <a:t>64bits </a:t>
            </a:r>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r>
              <a:rPr lang="en-GB" sz="4900" b="1" dirty="0"/>
              <a:t>Conclusion :</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GB" dirty="0"/>
              <a:t>The conclusion of the project is to provide user to make "</a:t>
            </a:r>
            <a:r>
              <a:rPr lang="en-GB" b="1" dirty="0"/>
              <a:t>Online Payment" </a:t>
            </a:r>
            <a:r>
              <a:rPr lang="en-GB" dirty="0"/>
              <a:t>of college/exam fees and also to pay salary for the staff .It provides secure and safe payment .</a:t>
            </a:r>
          </a:p>
          <a:p>
            <a:r>
              <a:rPr lang="en-GB" dirty="0"/>
              <a:t>Admin can see all the transaction related to college fees, exam fees and staff salary in one view. </a:t>
            </a:r>
          </a:p>
          <a:p>
            <a:r>
              <a:rPr lang="en-GB" dirty="0"/>
              <a:t>Advantage is we have not fixed amount to be paid user can pay the fees in instalment. </a:t>
            </a:r>
          </a:p>
          <a:p>
            <a:r>
              <a:rPr lang="en-GB" dirty="0"/>
              <a:t>Admin can easily get student list who have not paid fees. Admin can send message/inform the students to make payment on time.</a:t>
            </a:r>
            <a:r>
              <a:rPr lang="en-US"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a:bodyPr>
          <a:lstStyle/>
          <a:p>
            <a:r>
              <a:rPr lang="en-US" sz="80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514</Words>
  <Application>Microsoft Office PowerPoint</Application>
  <PresentationFormat>On-screen Show (4:3)</PresentationFormat>
  <Paragraphs>113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Online Fee Payment System</vt:lpstr>
      <vt:lpstr> Introduction  </vt:lpstr>
      <vt:lpstr>Existing System </vt:lpstr>
      <vt:lpstr> Disadvantages </vt:lpstr>
      <vt:lpstr>Proposed System </vt:lpstr>
      <vt:lpstr>User part</vt:lpstr>
      <vt:lpstr>Features  </vt:lpstr>
      <vt:lpstr>System Architecture</vt:lpstr>
      <vt:lpstr>Data Flow Diagram</vt:lpstr>
      <vt:lpstr>Admin</vt:lpstr>
      <vt:lpstr>User(Students)</vt:lpstr>
      <vt:lpstr>System Requirements</vt:lpstr>
      <vt:lpstr>Conclusion :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Fee Payment System</dc:title>
  <dc:creator>komal s k</dc:creator>
  <cp:lastModifiedBy>komal s k</cp:lastModifiedBy>
  <cp:revision>16</cp:revision>
  <dcterms:created xsi:type="dcterms:W3CDTF">2021-06-21T11:50:18Z</dcterms:created>
  <dcterms:modified xsi:type="dcterms:W3CDTF">2021-06-22T06:15:43Z</dcterms:modified>
</cp:coreProperties>
</file>